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6"/>
  </p:notesMasterIdLst>
  <p:handoutMasterIdLst>
    <p:handoutMasterId r:id="rId7"/>
  </p:handoutMasterIdLst>
  <p:sldIdLst>
    <p:sldId id="256" r:id="rId3"/>
    <p:sldId id="257" r:id="rId4"/>
    <p:sldId id="30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handoutMaster" Target="handoutMasters/handout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A0727E1-1A41-9905-FA41-C0FE903DC67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THỰC HÀNH PHÂN TÍCH THIẾT KẾ HỆ THỐNG</a:t>
            </a:r>
          </a:p>
        </p:txBody>
      </p:sp>
      <p:sp>
        <p:nvSpPr>
          <p:cNvPr id="3" name="Date Placeholder 2">
            <a:extLst>
              <a:ext uri="{FF2B5EF4-FFF2-40B4-BE49-F238E27FC236}">
                <a16:creationId xmlns:a16="http://schemas.microsoft.com/office/drawing/2014/main" id="{837E2119-73D9-6240-7565-F69B283136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9525D60-10F5-4B69-B583-6E2DFC704AA0}" type="datetimeFigureOut">
              <a:rPr lang="en-US" smtClean="0"/>
              <a:t>24/07/2024</a:t>
            </a:fld>
            <a:endParaRPr lang="en-US"/>
          </a:p>
        </p:txBody>
      </p:sp>
      <p:sp>
        <p:nvSpPr>
          <p:cNvPr id="4" name="Footer Placeholder 3">
            <a:extLst>
              <a:ext uri="{FF2B5EF4-FFF2-40B4-BE49-F238E27FC236}">
                <a16:creationId xmlns:a16="http://schemas.microsoft.com/office/drawing/2014/main" id="{414B5FB4-9D7C-A137-3C95-22DB33BB69D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7436960-48C7-A8C9-8BD5-DAF2F704F4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7BC2FFF-16B6-4233-8641-17D23941776F}" type="slidenum">
              <a:rPr lang="en-US" smtClean="0"/>
              <a:t>‹#›</a:t>
            </a:fld>
            <a:endParaRPr lang="en-US"/>
          </a:p>
        </p:txBody>
      </p:sp>
    </p:spTree>
    <p:extLst>
      <p:ext uri="{BB962C8B-B14F-4D97-AF65-F5344CB8AC3E}">
        <p14:creationId xmlns:p14="http://schemas.microsoft.com/office/powerpoint/2010/main" val="524109556"/>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THỰC HÀNH PHÂN TÍCH THIẾT KẾ HỆ THỐNG</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FBE122-300E-4F09-9F52-801B65A92E0C}" type="datetimeFigureOut">
              <a:rPr lang="en-US" smtClean="0"/>
              <a:t>24/07/2024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6DE7B5-A776-45BE-860C-A95DC2A79232}" type="slidenum">
              <a:rPr lang="en-US" smtClean="0"/>
              <a:t>‹#›</a:t>
            </a:fld>
            <a:endParaRPr lang="en-US"/>
          </a:p>
        </p:txBody>
      </p:sp>
    </p:spTree>
    <p:extLst>
      <p:ext uri="{BB962C8B-B14F-4D97-AF65-F5344CB8AC3E}">
        <p14:creationId xmlns:p14="http://schemas.microsoft.com/office/powerpoint/2010/main" val="1010987801"/>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107DC-7DF8-BF03-9EEF-8B12915A3E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E5E22AD-F667-5078-01D0-BA06BB37C2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a:extLst>
              <a:ext uri="{FF2B5EF4-FFF2-40B4-BE49-F238E27FC236}">
                <a16:creationId xmlns:a16="http://schemas.microsoft.com/office/drawing/2014/main" id="{B17A1640-D1E3-E844-C9E6-5CA87FE88CCB}"/>
              </a:ext>
            </a:extLst>
          </p:cNvPr>
          <p:cNvSpPr>
            <a:spLocks noGrp="1"/>
          </p:cNvSpPr>
          <p:nvPr>
            <p:ph type="sldNum" sz="quarter" idx="12"/>
          </p:nvPr>
        </p:nvSpPr>
        <p:spPr/>
        <p:txBody>
          <a:bodyPr/>
          <a:lstStyle/>
          <a:p>
            <a:fld id="{C47C1889-967C-4CCE-AB8F-72747BC45B63}" type="slidenum">
              <a:rPr lang="en-US" smtClean="0"/>
              <a:t>‹#›</a:t>
            </a:fld>
            <a:endParaRPr lang="en-US"/>
          </a:p>
        </p:txBody>
      </p:sp>
      <p:pic>
        <p:nvPicPr>
          <p:cNvPr id="7" name="Picture 6">
            <a:extLst>
              <a:ext uri="{FF2B5EF4-FFF2-40B4-BE49-F238E27FC236}">
                <a16:creationId xmlns:a16="http://schemas.microsoft.com/office/drawing/2014/main" id="{6527DE61-844B-6171-BFBB-117B6521BE9B}"/>
              </a:ext>
            </a:extLst>
          </p:cNvPr>
          <p:cNvPicPr>
            <a:picLocks noChangeAspect="1"/>
          </p:cNvPicPr>
          <p:nvPr userDrawn="1"/>
        </p:nvPicPr>
        <p:blipFill rotWithShape="1">
          <a:blip r:embed="rId2"/>
          <a:srcRect l="11918" t="12821" r="10245" b="57225"/>
          <a:stretch/>
        </p:blipFill>
        <p:spPr>
          <a:xfrm>
            <a:off x="88434" y="6424739"/>
            <a:ext cx="1499531" cy="381601"/>
          </a:xfrm>
          <a:prstGeom prst="rect">
            <a:avLst/>
          </a:prstGeom>
        </p:spPr>
      </p:pic>
      <p:cxnSp>
        <p:nvCxnSpPr>
          <p:cNvPr id="9" name="Straight Connector 8">
            <a:extLst>
              <a:ext uri="{FF2B5EF4-FFF2-40B4-BE49-F238E27FC236}">
                <a16:creationId xmlns:a16="http://schemas.microsoft.com/office/drawing/2014/main" id="{959FB378-7C31-8C6F-1CD1-F8E7A24707C2}"/>
              </a:ext>
            </a:extLst>
          </p:cNvPr>
          <p:cNvCxnSpPr/>
          <p:nvPr userDrawn="1"/>
        </p:nvCxnSpPr>
        <p:spPr>
          <a:xfrm>
            <a:off x="0" y="6356350"/>
            <a:ext cx="1219200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DB690557-0FBC-874F-F183-0904578371E0}"/>
              </a:ext>
            </a:extLst>
          </p:cNvPr>
          <p:cNvSpPr txBox="1"/>
          <p:nvPr userDrawn="1"/>
        </p:nvSpPr>
        <p:spPr>
          <a:xfrm>
            <a:off x="2761488" y="6399807"/>
            <a:ext cx="6931152" cy="369332"/>
          </a:xfrm>
          <a:prstGeom prst="rect">
            <a:avLst/>
          </a:prstGeom>
          <a:noFill/>
        </p:spPr>
        <p:txBody>
          <a:bodyPr wrap="square" rtlCol="0">
            <a:spAutoFit/>
          </a:bodyPr>
          <a:lstStyle/>
          <a:p>
            <a:pPr algn="ctr"/>
            <a:r>
              <a:rPr lang="en-US" b="1">
                <a:solidFill>
                  <a:schemeClr val="accent1"/>
                </a:solidFill>
              </a:rPr>
              <a:t>CMP385</a:t>
            </a:r>
            <a:r>
              <a:rPr lang="en-US">
                <a:solidFill>
                  <a:schemeClr val="accent1"/>
                </a:solidFill>
              </a:rPr>
              <a:t> – THỰC HÀNH PHÂN TÍCH THIẾT KẾ HỆ THỐNG – Bài 3.</a:t>
            </a:r>
          </a:p>
        </p:txBody>
      </p:sp>
    </p:spTree>
    <p:extLst>
      <p:ext uri="{BB962C8B-B14F-4D97-AF65-F5344CB8AC3E}">
        <p14:creationId xmlns:p14="http://schemas.microsoft.com/office/powerpoint/2010/main" val="1087085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CA81F-9907-EB92-EDA6-8B13BD3E4C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BBAA02-95B7-9ED0-C77D-D9D222D870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1275A1-CE7F-2882-6C79-2E4FF4A04E73}"/>
              </a:ext>
            </a:extLst>
          </p:cNvPr>
          <p:cNvSpPr>
            <a:spLocks noGrp="1"/>
          </p:cNvSpPr>
          <p:nvPr>
            <p:ph type="dt" sz="half" idx="10"/>
          </p:nvPr>
        </p:nvSpPr>
        <p:spPr/>
        <p:txBody>
          <a:bodyPr/>
          <a:lstStyle/>
          <a:p>
            <a:fld id="{1CDBFF63-FBBF-4AE5-8091-536623DA85C5}" type="datetime1">
              <a:rPr lang="en-US" smtClean="0"/>
              <a:t>24/07/2024</a:t>
            </a:fld>
            <a:endParaRPr lang="en-US"/>
          </a:p>
        </p:txBody>
      </p:sp>
      <p:sp>
        <p:nvSpPr>
          <p:cNvPr id="5" name="Footer Placeholder 4">
            <a:extLst>
              <a:ext uri="{FF2B5EF4-FFF2-40B4-BE49-F238E27FC236}">
                <a16:creationId xmlns:a16="http://schemas.microsoft.com/office/drawing/2014/main" id="{62CAA184-560D-EFDA-00F8-ED7A2B5CC9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197FF0-D2CD-A614-A81A-7477D384DD89}"/>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771813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F81EF-768C-4240-4A86-376824207D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B24A2BB-4792-9984-FE0A-036E7D71F7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45CF6E-0DD9-E047-3EB9-7E61CD1C64E2}"/>
              </a:ext>
            </a:extLst>
          </p:cNvPr>
          <p:cNvSpPr>
            <a:spLocks noGrp="1"/>
          </p:cNvSpPr>
          <p:nvPr>
            <p:ph type="dt" sz="half" idx="10"/>
          </p:nvPr>
        </p:nvSpPr>
        <p:spPr/>
        <p:txBody>
          <a:bodyPr/>
          <a:lstStyle/>
          <a:p>
            <a:fld id="{24BAD55F-BECB-4CB3-A6CB-A51342EE555E}" type="datetime1">
              <a:rPr lang="en-US" smtClean="0"/>
              <a:t>24/07/2024</a:t>
            </a:fld>
            <a:endParaRPr lang="en-US"/>
          </a:p>
        </p:txBody>
      </p:sp>
      <p:sp>
        <p:nvSpPr>
          <p:cNvPr id="5" name="Footer Placeholder 4">
            <a:extLst>
              <a:ext uri="{FF2B5EF4-FFF2-40B4-BE49-F238E27FC236}">
                <a16:creationId xmlns:a16="http://schemas.microsoft.com/office/drawing/2014/main" id="{9E8F3E27-BDFD-5AA4-CFC9-3CB12FCA65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439B7B-2B35-4304-A85F-93DF50EC48E1}"/>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2785543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1E59A-4EDC-598E-446C-81DDF14C75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DE7660-5E9E-75EB-6584-010E6E7D9E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481E11-5094-3FAB-D1DE-ADDCF8BAF1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AABA907-166C-B25F-DCA7-A8D14116705A}"/>
              </a:ext>
            </a:extLst>
          </p:cNvPr>
          <p:cNvSpPr>
            <a:spLocks noGrp="1"/>
          </p:cNvSpPr>
          <p:nvPr>
            <p:ph type="dt" sz="half" idx="10"/>
          </p:nvPr>
        </p:nvSpPr>
        <p:spPr/>
        <p:txBody>
          <a:bodyPr/>
          <a:lstStyle/>
          <a:p>
            <a:fld id="{AC30D15B-9F44-49EA-B6CE-162734ECD151}" type="datetime1">
              <a:rPr lang="en-US" smtClean="0"/>
              <a:t>24/07/2024</a:t>
            </a:fld>
            <a:endParaRPr lang="en-US"/>
          </a:p>
        </p:txBody>
      </p:sp>
      <p:sp>
        <p:nvSpPr>
          <p:cNvPr id="6" name="Footer Placeholder 5">
            <a:extLst>
              <a:ext uri="{FF2B5EF4-FFF2-40B4-BE49-F238E27FC236}">
                <a16:creationId xmlns:a16="http://schemas.microsoft.com/office/drawing/2014/main" id="{4FCB9E24-5D1B-8772-44A4-2D68DF0BB6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A47C55-ADF3-5BA9-8E05-3B90FEAE3801}"/>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402434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7EC59-AC58-0F20-D4D7-80C87C91A6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DBA34C-ECAF-A9C9-E9C0-77AA3D3D02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C77B12-1225-6C5C-B3B0-24F0965755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C0CF22-247F-4720-9E37-ADC4E8D0E7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E27D5A-BCFB-E372-1507-8B0591E7F5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2887BE9-39FF-5A37-AB34-C436E3CB8033}"/>
              </a:ext>
            </a:extLst>
          </p:cNvPr>
          <p:cNvSpPr>
            <a:spLocks noGrp="1"/>
          </p:cNvSpPr>
          <p:nvPr>
            <p:ph type="dt" sz="half" idx="10"/>
          </p:nvPr>
        </p:nvSpPr>
        <p:spPr/>
        <p:txBody>
          <a:bodyPr/>
          <a:lstStyle/>
          <a:p>
            <a:fld id="{29E51972-147F-4264-82CA-FCAA4F2BA378}" type="datetime1">
              <a:rPr lang="en-US" smtClean="0"/>
              <a:t>24/07/2024</a:t>
            </a:fld>
            <a:endParaRPr lang="en-US"/>
          </a:p>
        </p:txBody>
      </p:sp>
      <p:sp>
        <p:nvSpPr>
          <p:cNvPr id="8" name="Footer Placeholder 7">
            <a:extLst>
              <a:ext uri="{FF2B5EF4-FFF2-40B4-BE49-F238E27FC236}">
                <a16:creationId xmlns:a16="http://schemas.microsoft.com/office/drawing/2014/main" id="{243D0ACD-A71A-D8C5-D6D4-94F71DE0297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BC92FE-0CA3-70CB-4341-7B189E7B0617}"/>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3661332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30CA5-EDC7-9A81-EE0E-735D87BAD4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E3CA5B-5932-F4DF-141D-AA93100BFB80}"/>
              </a:ext>
            </a:extLst>
          </p:cNvPr>
          <p:cNvSpPr>
            <a:spLocks noGrp="1"/>
          </p:cNvSpPr>
          <p:nvPr>
            <p:ph type="dt" sz="half" idx="10"/>
          </p:nvPr>
        </p:nvSpPr>
        <p:spPr/>
        <p:txBody>
          <a:bodyPr/>
          <a:lstStyle/>
          <a:p>
            <a:fld id="{25641061-276C-4E0D-AE02-1CC11EEE9DF3}" type="datetime1">
              <a:rPr lang="en-US" smtClean="0"/>
              <a:t>24/07/2024</a:t>
            </a:fld>
            <a:endParaRPr lang="en-US"/>
          </a:p>
        </p:txBody>
      </p:sp>
      <p:sp>
        <p:nvSpPr>
          <p:cNvPr id="4" name="Footer Placeholder 3">
            <a:extLst>
              <a:ext uri="{FF2B5EF4-FFF2-40B4-BE49-F238E27FC236}">
                <a16:creationId xmlns:a16="http://schemas.microsoft.com/office/drawing/2014/main" id="{4DEC59B9-188C-B1EE-BAAB-9AB4870DE00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0E2DB3-6532-8B7C-344D-2CE9DEA46637}"/>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1003598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DA411B-F1FC-AED7-F626-2E2994EE79B5}"/>
              </a:ext>
            </a:extLst>
          </p:cNvPr>
          <p:cNvSpPr>
            <a:spLocks noGrp="1"/>
          </p:cNvSpPr>
          <p:nvPr>
            <p:ph type="dt" sz="half" idx="10"/>
          </p:nvPr>
        </p:nvSpPr>
        <p:spPr/>
        <p:txBody>
          <a:bodyPr/>
          <a:lstStyle/>
          <a:p>
            <a:fld id="{D8663A9D-0BB5-463E-B5F9-8131C5564E3C}" type="datetime1">
              <a:rPr lang="en-US" smtClean="0"/>
              <a:t>24/07/2024</a:t>
            </a:fld>
            <a:endParaRPr lang="en-US"/>
          </a:p>
        </p:txBody>
      </p:sp>
      <p:sp>
        <p:nvSpPr>
          <p:cNvPr id="3" name="Footer Placeholder 2">
            <a:extLst>
              <a:ext uri="{FF2B5EF4-FFF2-40B4-BE49-F238E27FC236}">
                <a16:creationId xmlns:a16="http://schemas.microsoft.com/office/drawing/2014/main" id="{7A3DD5A3-5B20-2757-CC8F-AD74BC0498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487CE42-E679-2419-8CAC-676819F6A02A}"/>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954954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0CD38-2403-E377-B3AC-955302F8A4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90B227C-1631-89C8-3BE1-F8BA3CBA7F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5D34A1-8B68-CCBB-3F69-A7D4E1194C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8D3488-926F-C4A4-2F6A-E08ECE5C7B5E}"/>
              </a:ext>
            </a:extLst>
          </p:cNvPr>
          <p:cNvSpPr>
            <a:spLocks noGrp="1"/>
          </p:cNvSpPr>
          <p:nvPr>
            <p:ph type="dt" sz="half" idx="10"/>
          </p:nvPr>
        </p:nvSpPr>
        <p:spPr/>
        <p:txBody>
          <a:bodyPr/>
          <a:lstStyle/>
          <a:p>
            <a:fld id="{A2B8BB03-0C76-4FB2-9EDA-4422D6748861}" type="datetime1">
              <a:rPr lang="en-US" smtClean="0"/>
              <a:t>24/07/2024</a:t>
            </a:fld>
            <a:endParaRPr lang="en-US"/>
          </a:p>
        </p:txBody>
      </p:sp>
      <p:sp>
        <p:nvSpPr>
          <p:cNvPr id="6" name="Footer Placeholder 5">
            <a:extLst>
              <a:ext uri="{FF2B5EF4-FFF2-40B4-BE49-F238E27FC236}">
                <a16:creationId xmlns:a16="http://schemas.microsoft.com/office/drawing/2014/main" id="{BC2B2A3F-2870-EE7F-F9C4-DEE0B43A04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5E0785-1C32-51E3-E817-67A804491031}"/>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1818818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71768-7992-528E-9E5F-8BE2F14BE7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87DE513-7314-5A2A-311D-326AD9DE76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07B323-2320-01BE-10E5-4F4B5A844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7AC17E-B8FF-AAD9-177F-9BD6528A1401}"/>
              </a:ext>
            </a:extLst>
          </p:cNvPr>
          <p:cNvSpPr>
            <a:spLocks noGrp="1"/>
          </p:cNvSpPr>
          <p:nvPr>
            <p:ph type="dt" sz="half" idx="10"/>
          </p:nvPr>
        </p:nvSpPr>
        <p:spPr/>
        <p:txBody>
          <a:bodyPr/>
          <a:lstStyle/>
          <a:p>
            <a:fld id="{9CE8621D-B9F7-4FAE-9BC9-8A58885EA8E4}" type="datetime1">
              <a:rPr lang="en-US" smtClean="0"/>
              <a:t>24/07/2024</a:t>
            </a:fld>
            <a:endParaRPr lang="en-US"/>
          </a:p>
        </p:txBody>
      </p:sp>
      <p:sp>
        <p:nvSpPr>
          <p:cNvPr id="6" name="Footer Placeholder 5">
            <a:extLst>
              <a:ext uri="{FF2B5EF4-FFF2-40B4-BE49-F238E27FC236}">
                <a16:creationId xmlns:a16="http://schemas.microsoft.com/office/drawing/2014/main" id="{ED3D7936-7B6E-0E20-6AB3-BF7B5000B0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85E08C-7EC7-A841-0BB3-5D2CA2D5D501}"/>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3844026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A50DE-F37C-3641-90B4-3BD055D1D98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94C32A-4DB1-D6CB-97B8-DED1A2BBED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DF9321-C491-BFC5-4794-FE36B1273EF4}"/>
              </a:ext>
            </a:extLst>
          </p:cNvPr>
          <p:cNvSpPr>
            <a:spLocks noGrp="1"/>
          </p:cNvSpPr>
          <p:nvPr>
            <p:ph type="dt" sz="half" idx="10"/>
          </p:nvPr>
        </p:nvSpPr>
        <p:spPr/>
        <p:txBody>
          <a:bodyPr/>
          <a:lstStyle/>
          <a:p>
            <a:fld id="{33689591-052B-49CD-99D4-DD11E3255684}" type="datetime1">
              <a:rPr lang="en-US" smtClean="0"/>
              <a:t>24/07/2024</a:t>
            </a:fld>
            <a:endParaRPr lang="en-US"/>
          </a:p>
        </p:txBody>
      </p:sp>
      <p:sp>
        <p:nvSpPr>
          <p:cNvPr id="5" name="Footer Placeholder 4">
            <a:extLst>
              <a:ext uri="{FF2B5EF4-FFF2-40B4-BE49-F238E27FC236}">
                <a16:creationId xmlns:a16="http://schemas.microsoft.com/office/drawing/2014/main" id="{106BEC55-4DAF-3B95-AECF-8EB293D97C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AEEFF3-7F70-B346-34F0-B6D0BAE6B222}"/>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2427628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A7C46D-BD33-A1D3-E7F0-A8E757BD1B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EA5B82F-AE53-9FB3-C1D9-2476351037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A20AAA-AD22-B58A-4E57-6C5BBC242AEE}"/>
              </a:ext>
            </a:extLst>
          </p:cNvPr>
          <p:cNvSpPr>
            <a:spLocks noGrp="1"/>
          </p:cNvSpPr>
          <p:nvPr>
            <p:ph type="dt" sz="half" idx="10"/>
          </p:nvPr>
        </p:nvSpPr>
        <p:spPr/>
        <p:txBody>
          <a:bodyPr/>
          <a:lstStyle/>
          <a:p>
            <a:fld id="{65F8D224-34F0-43E8-857B-E1CA3171500A}" type="datetime1">
              <a:rPr lang="en-US" smtClean="0"/>
              <a:t>24/07/2024</a:t>
            </a:fld>
            <a:endParaRPr lang="en-US"/>
          </a:p>
        </p:txBody>
      </p:sp>
      <p:sp>
        <p:nvSpPr>
          <p:cNvPr id="5" name="Footer Placeholder 4">
            <a:extLst>
              <a:ext uri="{FF2B5EF4-FFF2-40B4-BE49-F238E27FC236}">
                <a16:creationId xmlns:a16="http://schemas.microsoft.com/office/drawing/2014/main" id="{BE212145-FAA5-16EF-28DA-53CB0322E0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819072-6D17-D614-7C0F-795E6827F628}"/>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1620631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0541" y="1996751"/>
            <a:ext cx="11617998" cy="804284"/>
          </a:xfrm>
        </p:spPr>
        <p:txBody>
          <a:bodyPr/>
          <a:lstStyle>
            <a:lvl1pPr algn="ctr">
              <a:defRPr baseline="0">
                <a:solidFill>
                  <a:srgbClr val="00B0F0"/>
                </a:solidFill>
              </a:defRPr>
            </a:lvl1pPr>
          </a:lstStyle>
          <a:p>
            <a:r>
              <a:rPr lang="en-US" dirty="0" err="1"/>
              <a:t>Mã</a:t>
            </a:r>
            <a:r>
              <a:rPr lang="en-US" dirty="0"/>
              <a:t> </a:t>
            </a:r>
            <a:r>
              <a:rPr lang="en-US" dirty="0" err="1"/>
              <a:t>học</a:t>
            </a:r>
            <a:r>
              <a:rPr lang="en-US" dirty="0"/>
              <a:t> </a:t>
            </a:r>
            <a:r>
              <a:rPr lang="en-US" dirty="0" err="1"/>
              <a:t>phần</a:t>
            </a:r>
            <a:r>
              <a:rPr lang="en-US" dirty="0"/>
              <a:t> – </a:t>
            </a:r>
            <a:r>
              <a:rPr lang="en-US" dirty="0" err="1"/>
              <a:t>Tên</a:t>
            </a:r>
            <a:r>
              <a:rPr lang="en-US" dirty="0"/>
              <a:t> </a:t>
            </a:r>
            <a:r>
              <a:rPr lang="en-US" dirty="0" err="1"/>
              <a:t>học</a:t>
            </a:r>
            <a:r>
              <a:rPr lang="en-US" dirty="0"/>
              <a:t> </a:t>
            </a:r>
            <a:r>
              <a:rPr lang="en-US" dirty="0" err="1"/>
              <a:t>phần</a:t>
            </a:r>
            <a:endParaRPr lang="en-US" dirty="0"/>
          </a:p>
        </p:txBody>
      </p:sp>
      <p:sp>
        <p:nvSpPr>
          <p:cNvPr id="3" name="Text Placeholder 2"/>
          <p:cNvSpPr>
            <a:spLocks noGrp="1"/>
          </p:cNvSpPr>
          <p:nvPr>
            <p:ph type="body" idx="1" hasCustomPrompt="1"/>
          </p:nvPr>
        </p:nvSpPr>
        <p:spPr>
          <a:xfrm>
            <a:off x="250541" y="4394717"/>
            <a:ext cx="11617997" cy="517655"/>
          </a:xfrm>
        </p:spPr>
        <p:txBody>
          <a:bodyPr anchor="b"/>
          <a:lstStyle>
            <a:lvl1pPr marL="0" indent="0" algn="ctr">
              <a:buNone/>
              <a:defRPr sz="2400" b="1" baseline="0">
                <a:solidFill>
                  <a:srgbClr val="00206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a:t>Tên</a:t>
            </a:r>
            <a:r>
              <a:rPr lang="en-US" dirty="0"/>
              <a:t> </a:t>
            </a:r>
            <a:r>
              <a:rPr lang="en-US" dirty="0" err="1"/>
              <a:t>giảng</a:t>
            </a:r>
            <a:r>
              <a:rPr lang="en-US" dirty="0"/>
              <a:t> </a:t>
            </a:r>
            <a:r>
              <a:rPr lang="en-US" dirty="0" err="1"/>
              <a:t>viên</a:t>
            </a:r>
            <a:endParaRPr lang="en-US" dirty="0"/>
          </a:p>
        </p:txBody>
      </p:sp>
      <p:sp>
        <p:nvSpPr>
          <p:cNvPr id="5" name="Text Placeholder 4"/>
          <p:cNvSpPr>
            <a:spLocks noGrp="1"/>
          </p:cNvSpPr>
          <p:nvPr>
            <p:ph type="body" sz="quarter" idx="3" hasCustomPrompt="1"/>
          </p:nvPr>
        </p:nvSpPr>
        <p:spPr>
          <a:xfrm>
            <a:off x="250542" y="2884812"/>
            <a:ext cx="11617998" cy="651490"/>
          </a:xfrm>
        </p:spPr>
        <p:txBody>
          <a:bodyPr anchor="b"/>
          <a:lstStyle>
            <a:lvl1pPr marL="0" indent="0" algn="ctr">
              <a:buNone/>
              <a:defRPr sz="2400" b="1" baseline="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a:t>Bài</a:t>
            </a:r>
            <a:r>
              <a:rPr lang="en-US" dirty="0"/>
              <a:t> 1: </a:t>
            </a:r>
            <a:r>
              <a:rPr lang="en-US" dirty="0" err="1"/>
              <a:t>Tên</a:t>
            </a:r>
            <a:r>
              <a:rPr lang="en-US" dirty="0"/>
              <a:t> </a:t>
            </a:r>
            <a:r>
              <a:rPr lang="en-US" dirty="0" err="1"/>
              <a:t>bài</a:t>
            </a:r>
            <a:r>
              <a:rPr lang="en-US" dirty="0"/>
              <a:t> </a:t>
            </a:r>
            <a:r>
              <a:rPr lang="en-US" dirty="0" err="1"/>
              <a:t>học</a:t>
            </a:r>
            <a:endParaRPr lang="en-US" dirty="0"/>
          </a:p>
        </p:txBody>
      </p:sp>
      <p:pic>
        <p:nvPicPr>
          <p:cNvPr id="10" name="Picture 9"/>
          <p:cNvPicPr>
            <a:picLocks noChangeAspect="1"/>
          </p:cNvPicPr>
          <p:nvPr userDrawn="1"/>
        </p:nvPicPr>
        <p:blipFill rotWithShape="1">
          <a:blip r:embed="rId2"/>
          <a:srcRect l="11918" t="12821" r="10245" b="57225"/>
          <a:stretch/>
        </p:blipFill>
        <p:spPr>
          <a:xfrm>
            <a:off x="250541" y="6393673"/>
            <a:ext cx="1499531" cy="381601"/>
          </a:xfrm>
          <a:prstGeom prst="rect">
            <a:avLst/>
          </a:prstGeom>
        </p:spPr>
      </p:pic>
      <p:cxnSp>
        <p:nvCxnSpPr>
          <p:cNvPr id="11" name="Straight Connector 10"/>
          <p:cNvCxnSpPr/>
          <p:nvPr userDrawn="1"/>
        </p:nvCxnSpPr>
        <p:spPr>
          <a:xfrm>
            <a:off x="0" y="6298266"/>
            <a:ext cx="12192000" cy="0"/>
          </a:xfrm>
          <a:prstGeom prst="line">
            <a:avLst/>
          </a:prstGeom>
          <a:ln w="19050" cmpd="dbl">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Date Placeholder 7">
            <a:extLst>
              <a:ext uri="{FF2B5EF4-FFF2-40B4-BE49-F238E27FC236}">
                <a16:creationId xmlns:a16="http://schemas.microsoft.com/office/drawing/2014/main" id="{0C1C2DCC-0DBD-CA47-F620-415E2A52A8C0}"/>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9153086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50541" y="3585838"/>
            <a:ext cx="11655319" cy="538291"/>
          </a:xfrm>
        </p:spPr>
        <p:txBody>
          <a:bodyPr anchor="b">
            <a:noAutofit/>
          </a:bodyPr>
          <a:lstStyle>
            <a:lvl1pPr algn="ctr">
              <a:defRPr sz="2400" baseline="0">
                <a:solidFill>
                  <a:srgbClr val="002060"/>
                </a:solidFill>
                <a:latin typeface="Arial" panose="020B0604020202020204" pitchFamily="34" charset="0"/>
                <a:cs typeface="Arial" panose="020B0604020202020204" pitchFamily="34" charset="0"/>
              </a:defRPr>
            </a:lvl1pPr>
          </a:lstStyle>
          <a:p>
            <a:r>
              <a:rPr lang="en-US"/>
              <a:t>Nguyễn Văn A</a:t>
            </a:r>
          </a:p>
        </p:txBody>
      </p:sp>
      <p:sp>
        <p:nvSpPr>
          <p:cNvPr id="3" name="Subtitle 2"/>
          <p:cNvSpPr>
            <a:spLocks noGrp="1"/>
          </p:cNvSpPr>
          <p:nvPr>
            <p:ph type="subTitle" idx="1" hasCustomPrompt="1"/>
          </p:nvPr>
        </p:nvSpPr>
        <p:spPr>
          <a:xfrm>
            <a:off x="250541" y="2099388"/>
            <a:ext cx="11655320" cy="1418250"/>
          </a:xfrm>
        </p:spPr>
        <p:txBody>
          <a:bodyP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4000" baseline="0">
                <a:solidFill>
                  <a:srgbClr val="00B0F0"/>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TÊN BÀI HỌC</a:t>
            </a:r>
          </a:p>
        </p:txBody>
      </p:sp>
      <p:pic>
        <p:nvPicPr>
          <p:cNvPr id="7" name="Picture 6"/>
          <p:cNvPicPr>
            <a:picLocks noChangeAspect="1"/>
          </p:cNvPicPr>
          <p:nvPr userDrawn="1"/>
        </p:nvPicPr>
        <p:blipFill rotWithShape="1">
          <a:blip r:embed="rId2"/>
          <a:srcRect l="11918" t="12821" r="10245" b="57225"/>
          <a:stretch/>
        </p:blipFill>
        <p:spPr>
          <a:xfrm>
            <a:off x="250541" y="6393673"/>
            <a:ext cx="1499531" cy="381601"/>
          </a:xfrm>
          <a:prstGeom prst="rect">
            <a:avLst/>
          </a:prstGeom>
        </p:spPr>
      </p:pic>
      <p:cxnSp>
        <p:nvCxnSpPr>
          <p:cNvPr id="8" name="Straight Connector 7"/>
          <p:cNvCxnSpPr/>
          <p:nvPr userDrawn="1"/>
        </p:nvCxnSpPr>
        <p:spPr>
          <a:xfrm>
            <a:off x="0" y="6298266"/>
            <a:ext cx="12192000" cy="0"/>
          </a:xfrm>
          <a:prstGeom prst="line">
            <a:avLst/>
          </a:prstGeom>
          <a:ln w="19050" cmpd="dbl">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00193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85192" y="178506"/>
            <a:ext cx="11243388" cy="1249078"/>
          </a:xfrm>
        </p:spPr>
        <p:txBody>
          <a:bodyPr/>
          <a:lstStyle>
            <a:lvl1pPr>
              <a:defRPr>
                <a:solidFill>
                  <a:srgbClr val="00B0F0"/>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hasCustomPrompt="1"/>
          </p:nvPr>
        </p:nvSpPr>
        <p:spPr>
          <a:xfrm>
            <a:off x="485192" y="1660849"/>
            <a:ext cx="11243388" cy="4516114"/>
          </a:xfrm>
        </p:spPr>
        <p:txBody>
          <a:bodyPr/>
          <a:lstStyle>
            <a:lvl1pPr marL="228600" marR="0" indent="-228600" algn="l" defTabSz="914400" rtl="0" eaLnBrk="1" fontAlgn="auto" latinLnBrk="0" hangingPunct="1">
              <a:lnSpc>
                <a:spcPct val="100000"/>
              </a:lnSpc>
              <a:spcBef>
                <a:spcPts val="1200"/>
              </a:spcBef>
              <a:spcAft>
                <a:spcPts val="1200"/>
              </a:spcAft>
              <a:buClr>
                <a:srgbClr val="FF0000"/>
              </a:buClr>
              <a:buSzPct val="100000"/>
              <a:buFont typeface="Wingdings" panose="05000000000000000000" pitchFamily="2" charset="2"/>
              <a:buChar char="q"/>
              <a:tabLst/>
              <a:defRPr sz="2400" baseline="0">
                <a:solidFill>
                  <a:srgbClr val="0070C0"/>
                </a:solidFill>
                <a:latin typeface="Arial" panose="020B0604020202020204" pitchFamily="34" charset="0"/>
                <a:cs typeface="Arial" panose="020B0604020202020204" pitchFamily="34" charset="0"/>
              </a:defRPr>
            </a:lvl1pPr>
            <a:lvl2pPr marL="457200" indent="0">
              <a:spcBef>
                <a:spcPts val="600"/>
              </a:spcBef>
              <a:spcAft>
                <a:spcPts val="600"/>
              </a:spcAft>
              <a:buFont typeface="Wingdings" panose="05000000000000000000" pitchFamily="2" charset="2"/>
              <a:buNone/>
              <a:defRPr sz="2200">
                <a:latin typeface="Arial" panose="020B0604020202020204" pitchFamily="34" charset="0"/>
                <a:cs typeface="Arial" panose="020B0604020202020204" pitchFamily="34" charset="0"/>
              </a:defRPr>
            </a:lvl2pPr>
            <a:lvl3pPr marL="1143000" indent="-228600">
              <a:spcBef>
                <a:spcPts val="600"/>
              </a:spcBef>
              <a:spcAft>
                <a:spcPts val="600"/>
              </a:spcAft>
              <a:buFont typeface="Wingdings" panose="05000000000000000000" pitchFamily="2" charset="2"/>
              <a:buChar char="ü"/>
              <a:defRPr>
                <a:latin typeface="Arial" panose="020B0604020202020204" pitchFamily="34" charset="0"/>
                <a:cs typeface="Arial" panose="020B0604020202020204" pitchFamily="34" charset="0"/>
              </a:defRPr>
            </a:lvl3pPr>
            <a:lvl4pPr>
              <a:spcBef>
                <a:spcPts val="600"/>
              </a:spcBef>
              <a:spcAft>
                <a:spcPts val="600"/>
              </a:spcAft>
              <a:defRPr>
                <a:latin typeface="Arial" panose="020B0604020202020204" pitchFamily="34" charset="0"/>
                <a:cs typeface="Arial" panose="020B0604020202020204" pitchFamily="34" charset="0"/>
              </a:defRPr>
            </a:lvl4pPr>
            <a:lvl5pPr>
              <a:spcBef>
                <a:spcPts val="600"/>
              </a:spcBef>
              <a:spcAft>
                <a:spcPts val="600"/>
              </a:spcAft>
              <a:defRPr>
                <a:latin typeface="Arial" panose="020B0604020202020204" pitchFamily="34" charset="0"/>
                <a:cs typeface="Arial" panose="020B0604020202020204" pitchFamily="34" charset="0"/>
              </a:defRPr>
            </a:lvl5pPr>
          </a:lstStyle>
          <a:p>
            <a:pPr lvl="0"/>
            <a:r>
              <a:rPr lang="en-US"/>
              <a:t> Edit Master text styles</a:t>
            </a:r>
          </a:p>
          <a:p>
            <a:pPr lvl="0"/>
            <a:r>
              <a:rPr lang="en-US"/>
              <a:t> Edit Master text styles</a:t>
            </a:r>
          </a:p>
        </p:txBody>
      </p:sp>
      <p:pic>
        <p:nvPicPr>
          <p:cNvPr id="9" name="Picture 8"/>
          <p:cNvPicPr>
            <a:picLocks noChangeAspect="1"/>
          </p:cNvPicPr>
          <p:nvPr userDrawn="1"/>
        </p:nvPicPr>
        <p:blipFill rotWithShape="1">
          <a:blip r:embed="rId2"/>
          <a:srcRect l="11918" t="12821" r="10245" b="57225"/>
          <a:stretch/>
        </p:blipFill>
        <p:spPr>
          <a:xfrm>
            <a:off x="250541" y="6393673"/>
            <a:ext cx="1499531" cy="381601"/>
          </a:xfrm>
          <a:prstGeom prst="rect">
            <a:avLst/>
          </a:prstGeom>
        </p:spPr>
      </p:pic>
      <p:cxnSp>
        <p:nvCxnSpPr>
          <p:cNvPr id="12" name="Straight Connector 11"/>
          <p:cNvCxnSpPr/>
          <p:nvPr userDrawn="1"/>
        </p:nvCxnSpPr>
        <p:spPr>
          <a:xfrm>
            <a:off x="0" y="6298266"/>
            <a:ext cx="12192000" cy="0"/>
          </a:xfrm>
          <a:prstGeom prst="line">
            <a:avLst/>
          </a:prstGeom>
          <a:ln w="19050" cmpd="dbl">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59568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85192" y="223935"/>
            <a:ext cx="11243388" cy="597159"/>
          </a:xfrm>
        </p:spPr>
        <p:txBody>
          <a:bodyPr>
            <a:normAutofit/>
          </a:bodyPr>
          <a:lstStyle>
            <a:lvl1pPr>
              <a:defRPr sz="3200">
                <a:solidFill>
                  <a:srgbClr val="00B0F0"/>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hasCustomPrompt="1"/>
          </p:nvPr>
        </p:nvSpPr>
        <p:spPr>
          <a:xfrm>
            <a:off x="485192" y="1464906"/>
            <a:ext cx="11243388" cy="4712056"/>
          </a:xfrm>
        </p:spPr>
        <p:txBody>
          <a:bodyPr/>
          <a:lstStyle>
            <a:lvl1pPr marL="228600" indent="-228600">
              <a:spcBef>
                <a:spcPts val="600"/>
              </a:spcBef>
              <a:spcAft>
                <a:spcPts val="600"/>
              </a:spcAft>
              <a:buClr>
                <a:srgbClr val="FF0000"/>
              </a:buClr>
              <a:buFont typeface="Wingdings" panose="05000000000000000000" pitchFamily="2" charset="2"/>
              <a:buChar char="q"/>
              <a:defRPr sz="2400">
                <a:latin typeface="Arial" panose="020B0604020202020204" pitchFamily="34" charset="0"/>
                <a:cs typeface="Arial" panose="020B0604020202020204" pitchFamily="34" charset="0"/>
              </a:defRPr>
            </a:lvl1pPr>
            <a:lvl2pPr marL="685800" indent="-228600">
              <a:spcBef>
                <a:spcPts val="600"/>
              </a:spcBef>
              <a:spcAft>
                <a:spcPts val="600"/>
              </a:spcAft>
              <a:buFont typeface="Wingdings" panose="05000000000000000000" pitchFamily="2" charset="2"/>
              <a:buChar char="v"/>
              <a:defRPr sz="2200">
                <a:latin typeface="Arial" panose="020B0604020202020204" pitchFamily="34" charset="0"/>
                <a:cs typeface="Arial" panose="020B0604020202020204" pitchFamily="34" charset="0"/>
              </a:defRPr>
            </a:lvl2pPr>
            <a:lvl3pPr marL="1143000" indent="-228600">
              <a:spcBef>
                <a:spcPts val="600"/>
              </a:spcBef>
              <a:spcAft>
                <a:spcPts val="600"/>
              </a:spcAft>
              <a:buFont typeface="Wingdings" panose="05000000000000000000" pitchFamily="2" charset="2"/>
              <a:buChar char="ü"/>
              <a:defRPr>
                <a:latin typeface="Arial" panose="020B0604020202020204" pitchFamily="34" charset="0"/>
                <a:cs typeface="Arial" panose="020B0604020202020204" pitchFamily="34" charset="0"/>
              </a:defRPr>
            </a:lvl3pPr>
            <a:lvl4pPr>
              <a:spcBef>
                <a:spcPts val="600"/>
              </a:spcBef>
              <a:spcAft>
                <a:spcPts val="600"/>
              </a:spcAft>
              <a:defRPr>
                <a:latin typeface="Arial" panose="020B0604020202020204" pitchFamily="34" charset="0"/>
                <a:cs typeface="Arial" panose="020B0604020202020204" pitchFamily="34" charset="0"/>
              </a:defRPr>
            </a:lvl4pPr>
            <a:lvl5pPr>
              <a:spcBef>
                <a:spcPts val="600"/>
              </a:spcBef>
              <a:spcAft>
                <a:spcPts val="600"/>
              </a:spcAft>
              <a:defRPr>
                <a:latin typeface="Arial" panose="020B0604020202020204" pitchFamily="34" charset="0"/>
                <a:cs typeface="Arial" panose="020B0604020202020204" pitchFamily="34" charset="0"/>
              </a:defRPr>
            </a:lvl5pPr>
          </a:lstStyle>
          <a:p>
            <a:pPr lvl="0"/>
            <a:r>
              <a:rPr lang="en-US"/>
              <a:t> Edit Master text styles</a:t>
            </a:r>
          </a:p>
          <a:p>
            <a:pPr lvl="1"/>
            <a:r>
              <a:rPr lang="en-US"/>
              <a:t> Second level</a:t>
            </a:r>
          </a:p>
          <a:p>
            <a:pPr lvl="2"/>
            <a:r>
              <a:rPr lang="en-US"/>
              <a:t>Third level</a:t>
            </a:r>
          </a:p>
          <a:p>
            <a:pPr lvl="3"/>
            <a:r>
              <a:rPr lang="en-US"/>
              <a:t>Fourth level</a:t>
            </a:r>
          </a:p>
          <a:p>
            <a:pPr lvl="4"/>
            <a:r>
              <a:rPr lang="en-US"/>
              <a:t>Fifth level</a:t>
            </a:r>
          </a:p>
        </p:txBody>
      </p:sp>
      <p:pic>
        <p:nvPicPr>
          <p:cNvPr id="9" name="Picture 8"/>
          <p:cNvPicPr>
            <a:picLocks noChangeAspect="1"/>
          </p:cNvPicPr>
          <p:nvPr userDrawn="1"/>
        </p:nvPicPr>
        <p:blipFill rotWithShape="1">
          <a:blip r:embed="rId2"/>
          <a:srcRect l="11918" t="12821" r="10245" b="57225"/>
          <a:stretch/>
        </p:blipFill>
        <p:spPr>
          <a:xfrm>
            <a:off x="250541" y="6393673"/>
            <a:ext cx="1499531" cy="381601"/>
          </a:xfrm>
          <a:prstGeom prst="rect">
            <a:avLst/>
          </a:prstGeom>
        </p:spPr>
      </p:pic>
      <p:cxnSp>
        <p:nvCxnSpPr>
          <p:cNvPr id="12" name="Straight Connector 11"/>
          <p:cNvCxnSpPr/>
          <p:nvPr userDrawn="1"/>
        </p:nvCxnSpPr>
        <p:spPr>
          <a:xfrm>
            <a:off x="0" y="6298266"/>
            <a:ext cx="12192000" cy="0"/>
          </a:xfrm>
          <a:prstGeom prst="line">
            <a:avLst/>
          </a:prstGeom>
          <a:ln w="19050" cmpd="dbl">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85946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a:srcRect l="11918" t="12821" r="10245" b="57225"/>
          <a:stretch/>
        </p:blipFill>
        <p:spPr>
          <a:xfrm>
            <a:off x="250541" y="6393673"/>
            <a:ext cx="1499531" cy="381601"/>
          </a:xfrm>
          <a:prstGeom prst="rect">
            <a:avLst/>
          </a:prstGeom>
        </p:spPr>
      </p:pic>
      <p:cxnSp>
        <p:nvCxnSpPr>
          <p:cNvPr id="7" name="Straight Connector 6"/>
          <p:cNvCxnSpPr/>
          <p:nvPr userDrawn="1"/>
        </p:nvCxnSpPr>
        <p:spPr>
          <a:xfrm>
            <a:off x="0" y="6298266"/>
            <a:ext cx="12192000" cy="0"/>
          </a:xfrm>
          <a:prstGeom prst="line">
            <a:avLst/>
          </a:prstGeom>
          <a:ln w="19050" cmpd="dbl">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userDrawn="1"/>
        </p:nvSpPr>
        <p:spPr>
          <a:xfrm>
            <a:off x="11187404" y="6445973"/>
            <a:ext cx="541176" cy="276999"/>
          </a:xfrm>
          <a:prstGeom prst="rect">
            <a:avLst/>
          </a:prstGeom>
          <a:noFill/>
        </p:spPr>
        <p:txBody>
          <a:bodyPr wrap="square" rtlCol="0">
            <a:spAutoFit/>
          </a:bodyPr>
          <a:lstStyle/>
          <a:p>
            <a:pPr algn="r"/>
            <a:fld id="{CEBBE0A2-D4E9-4BBD-9678-915192CD1413}" type="slidenum">
              <a:rPr lang="en-US" sz="1200" smtClean="0">
                <a:solidFill>
                  <a:srgbClr val="002060"/>
                </a:solidFill>
                <a:latin typeface="Arial" panose="020B0604020202020204" pitchFamily="34" charset="0"/>
                <a:cs typeface="Arial" panose="020B0604020202020204" pitchFamily="34" charset="0"/>
              </a:rPr>
              <a:pPr algn="r"/>
              <a:t>‹#›</a:t>
            </a:fld>
            <a:endParaRPr lang="en-US" sz="1200">
              <a:solidFill>
                <a:srgbClr val="002060"/>
              </a:solidFill>
              <a:latin typeface="Arial" panose="020B0604020202020204" pitchFamily="34" charset="0"/>
              <a:cs typeface="Arial" panose="020B0604020202020204" pitchFamily="34" charset="0"/>
            </a:endParaRPr>
          </a:p>
        </p:txBody>
      </p:sp>
      <p:sp>
        <p:nvSpPr>
          <p:cNvPr id="10" name="Title 1"/>
          <p:cNvSpPr>
            <a:spLocks noGrp="1"/>
          </p:cNvSpPr>
          <p:nvPr>
            <p:ph type="title"/>
          </p:nvPr>
        </p:nvSpPr>
        <p:spPr>
          <a:xfrm>
            <a:off x="485192" y="223935"/>
            <a:ext cx="11243388" cy="597159"/>
          </a:xfrm>
        </p:spPr>
        <p:txBody>
          <a:bodyPr>
            <a:normAutofit/>
          </a:bodyPr>
          <a:lstStyle>
            <a:lvl1pPr>
              <a:defRPr sz="3200">
                <a:solidFill>
                  <a:srgbClr val="00B0F0"/>
                </a:solidFill>
                <a:latin typeface="Arial" panose="020B0604020202020204" pitchFamily="34" charset="0"/>
                <a:cs typeface="Arial" panose="020B0604020202020204" pitchFamily="34" charset="0"/>
              </a:defRPr>
            </a:lvl1pPr>
          </a:lstStyle>
          <a:p>
            <a:r>
              <a:rPr lang="en-US"/>
              <a:t>Click to edit Master title style</a:t>
            </a:r>
          </a:p>
        </p:txBody>
      </p:sp>
      <p:sp>
        <p:nvSpPr>
          <p:cNvPr id="11" name="Content Placeholder 2"/>
          <p:cNvSpPr>
            <a:spLocks noGrp="1"/>
          </p:cNvSpPr>
          <p:nvPr>
            <p:ph idx="1"/>
          </p:nvPr>
        </p:nvSpPr>
        <p:spPr>
          <a:xfrm>
            <a:off x="485192" y="1660849"/>
            <a:ext cx="11243388" cy="4516114"/>
          </a:xfrm>
        </p:spPr>
        <p:txBody>
          <a:bodyPr/>
          <a:lstStyle>
            <a:lvl1pPr marL="0" marR="0" indent="0" algn="l" defTabSz="914400" rtl="0" eaLnBrk="1" fontAlgn="auto" latinLnBrk="0" hangingPunct="1">
              <a:lnSpc>
                <a:spcPct val="100000"/>
              </a:lnSpc>
              <a:spcBef>
                <a:spcPts val="1200"/>
              </a:spcBef>
              <a:spcAft>
                <a:spcPts val="1200"/>
              </a:spcAft>
              <a:buClr>
                <a:srgbClr val="FF0000"/>
              </a:buClr>
              <a:buSzPct val="100000"/>
              <a:buFont typeface="Wingdings" panose="05000000000000000000" pitchFamily="2" charset="2"/>
              <a:buNone/>
              <a:tabLst/>
              <a:defRPr sz="2000" baseline="0">
                <a:solidFill>
                  <a:srgbClr val="0070C0"/>
                </a:solidFill>
                <a:latin typeface="Arial" panose="020B0604020202020204" pitchFamily="34" charset="0"/>
                <a:cs typeface="Arial" panose="020B0604020202020204" pitchFamily="34" charset="0"/>
              </a:defRPr>
            </a:lvl1pPr>
            <a:lvl2pPr marL="457200" indent="0">
              <a:spcBef>
                <a:spcPts val="600"/>
              </a:spcBef>
              <a:spcAft>
                <a:spcPts val="600"/>
              </a:spcAft>
              <a:buFont typeface="Wingdings" panose="05000000000000000000" pitchFamily="2" charset="2"/>
              <a:buNone/>
              <a:defRPr sz="2200">
                <a:latin typeface="Arial" panose="020B0604020202020204" pitchFamily="34" charset="0"/>
                <a:cs typeface="Arial" panose="020B0604020202020204" pitchFamily="34" charset="0"/>
              </a:defRPr>
            </a:lvl2pPr>
            <a:lvl3pPr marL="1143000" indent="-228600">
              <a:spcBef>
                <a:spcPts val="600"/>
              </a:spcBef>
              <a:spcAft>
                <a:spcPts val="600"/>
              </a:spcAft>
              <a:buFont typeface="Wingdings" panose="05000000000000000000" pitchFamily="2" charset="2"/>
              <a:buChar char="ü"/>
              <a:defRPr>
                <a:latin typeface="Arial" panose="020B0604020202020204" pitchFamily="34" charset="0"/>
                <a:cs typeface="Arial" panose="020B0604020202020204" pitchFamily="34" charset="0"/>
              </a:defRPr>
            </a:lvl3pPr>
            <a:lvl4pPr>
              <a:spcBef>
                <a:spcPts val="600"/>
              </a:spcBef>
              <a:spcAft>
                <a:spcPts val="600"/>
              </a:spcAft>
              <a:defRPr>
                <a:latin typeface="Arial" panose="020B0604020202020204" pitchFamily="34" charset="0"/>
                <a:cs typeface="Arial" panose="020B0604020202020204" pitchFamily="34" charset="0"/>
              </a:defRPr>
            </a:lvl4pPr>
            <a:lvl5pPr>
              <a:spcBef>
                <a:spcPts val="600"/>
              </a:spcBef>
              <a:spcAft>
                <a:spcPts val="600"/>
              </a:spcAft>
              <a:defRPr>
                <a:latin typeface="Arial" panose="020B0604020202020204" pitchFamily="34" charset="0"/>
                <a:cs typeface="Arial" panose="020B0604020202020204" pitchFamily="34" charset="0"/>
              </a:defRPr>
            </a:lvl5pPr>
          </a:lstStyle>
          <a:p>
            <a:pPr lvl="0"/>
            <a:r>
              <a:rPr lang="en-US"/>
              <a:t>Edit Master text styles</a:t>
            </a:r>
          </a:p>
          <a:p>
            <a:pPr lvl="0"/>
            <a:endParaRPr lang="en-US"/>
          </a:p>
        </p:txBody>
      </p:sp>
    </p:spTree>
    <p:extLst>
      <p:ext uri="{BB962C8B-B14F-4D97-AF65-F5344CB8AC3E}">
        <p14:creationId xmlns:p14="http://schemas.microsoft.com/office/powerpoint/2010/main" val="17251863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
        <p:nvSpPr>
          <p:cNvPr id="6" name="Slide Number Placeholder 5"/>
          <p:cNvSpPr>
            <a:spLocks noGrp="1"/>
          </p:cNvSpPr>
          <p:nvPr>
            <p:ph type="sldNum" sz="quarter" idx="12"/>
          </p:nvPr>
        </p:nvSpPr>
        <p:spPr>
          <a:xfrm>
            <a:off x="8319053" y="6409358"/>
            <a:ext cx="3515137" cy="365125"/>
          </a:xfrm>
          <a:prstGeom prst="rect">
            <a:avLst/>
          </a:prstGeom>
        </p:spPr>
        <p:txBody>
          <a:bodyPr/>
          <a:lstStyle>
            <a:lvl1pPr>
              <a:defRPr>
                <a:latin typeface="Arial" panose="020B0604020202020204" pitchFamily="34" charset="0"/>
              </a:defRPr>
            </a:lvl1pPr>
          </a:lstStyle>
          <a:p>
            <a:fld id="{58CBAF2F-43C8-47BF-82BE-A07F1E2AC552}" type="slidenum">
              <a:rPr lang="en-US" smtClean="0"/>
              <a:pPr/>
              <a:t>‹#›</a:t>
            </a:fld>
            <a:endParaRPr lang="en-US"/>
          </a:p>
        </p:txBody>
      </p:sp>
    </p:spTree>
    <p:extLst>
      <p:ext uri="{BB962C8B-B14F-4D97-AF65-F5344CB8AC3E}">
        <p14:creationId xmlns:p14="http://schemas.microsoft.com/office/powerpoint/2010/main" val="35178734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
        <p:nvSpPr>
          <p:cNvPr id="7" name="Slide Number Placeholder 6"/>
          <p:cNvSpPr>
            <a:spLocks noGrp="1"/>
          </p:cNvSpPr>
          <p:nvPr>
            <p:ph type="sldNum" sz="quarter" idx="12"/>
          </p:nvPr>
        </p:nvSpPr>
        <p:spPr>
          <a:xfrm>
            <a:off x="8319053" y="6409358"/>
            <a:ext cx="3515137" cy="365125"/>
          </a:xfrm>
          <a:prstGeom prst="rect">
            <a:avLst/>
          </a:prstGeom>
        </p:spPr>
        <p:txBody>
          <a:bodyPr/>
          <a:lstStyle>
            <a:lvl1pPr>
              <a:defRPr>
                <a:latin typeface="Arial" panose="020B0604020202020204" pitchFamily="34" charset="0"/>
              </a:defRPr>
            </a:lvl1pPr>
          </a:lstStyle>
          <a:p>
            <a:fld id="{58CBAF2F-43C8-47BF-82BE-A07F1E2AC552}" type="slidenum">
              <a:rPr lang="en-US" smtClean="0"/>
              <a:pPr/>
              <a:t>‹#›</a:t>
            </a:fld>
            <a:endParaRPr lang="en-US"/>
          </a:p>
        </p:txBody>
      </p:sp>
    </p:spTree>
    <p:extLst>
      <p:ext uri="{BB962C8B-B14F-4D97-AF65-F5344CB8AC3E}">
        <p14:creationId xmlns:p14="http://schemas.microsoft.com/office/powerpoint/2010/main" val="4528600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
        <p:nvSpPr>
          <p:cNvPr id="9" name="Slide Number Placeholder 8"/>
          <p:cNvSpPr>
            <a:spLocks noGrp="1"/>
          </p:cNvSpPr>
          <p:nvPr>
            <p:ph type="sldNum" sz="quarter" idx="12"/>
          </p:nvPr>
        </p:nvSpPr>
        <p:spPr>
          <a:xfrm>
            <a:off x="8319053" y="6409358"/>
            <a:ext cx="3515137" cy="365125"/>
          </a:xfrm>
          <a:prstGeom prst="rect">
            <a:avLst/>
          </a:prstGeom>
        </p:spPr>
        <p:txBody>
          <a:bodyPr/>
          <a:lstStyle>
            <a:lvl1pPr>
              <a:defRPr>
                <a:latin typeface="Arial" panose="020B0604020202020204" pitchFamily="34" charset="0"/>
              </a:defRPr>
            </a:lvl1pPr>
          </a:lstStyle>
          <a:p>
            <a:fld id="{58CBAF2F-43C8-47BF-82BE-A07F1E2AC552}" type="slidenum">
              <a:rPr lang="en-US" smtClean="0"/>
              <a:pPr/>
              <a:t>‹#›</a:t>
            </a:fld>
            <a:endParaRPr lang="en-US"/>
          </a:p>
        </p:txBody>
      </p:sp>
    </p:spTree>
    <p:extLst>
      <p:ext uri="{BB962C8B-B14F-4D97-AF65-F5344CB8AC3E}">
        <p14:creationId xmlns:p14="http://schemas.microsoft.com/office/powerpoint/2010/main" val="3800852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Tree>
    <p:extLst>
      <p:ext uri="{BB962C8B-B14F-4D97-AF65-F5344CB8AC3E}">
        <p14:creationId xmlns:p14="http://schemas.microsoft.com/office/powerpoint/2010/main" val="29772763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Tree>
    <p:extLst>
      <p:ext uri="{BB962C8B-B14F-4D97-AF65-F5344CB8AC3E}">
        <p14:creationId xmlns:p14="http://schemas.microsoft.com/office/powerpoint/2010/main" val="29358966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Tree>
    <p:extLst>
      <p:ext uri="{BB962C8B-B14F-4D97-AF65-F5344CB8AC3E}">
        <p14:creationId xmlns:p14="http://schemas.microsoft.com/office/powerpoint/2010/main" val="27821007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Tree>
    <p:extLst>
      <p:ext uri="{BB962C8B-B14F-4D97-AF65-F5344CB8AC3E}">
        <p14:creationId xmlns:p14="http://schemas.microsoft.com/office/powerpoint/2010/main" val="9952244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Tree>
    <p:extLst>
      <p:ext uri="{BB962C8B-B14F-4D97-AF65-F5344CB8AC3E}">
        <p14:creationId xmlns:p14="http://schemas.microsoft.com/office/powerpoint/2010/main" val="18106119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Tree>
    <p:extLst>
      <p:ext uri="{BB962C8B-B14F-4D97-AF65-F5344CB8AC3E}">
        <p14:creationId xmlns:p14="http://schemas.microsoft.com/office/powerpoint/2010/main" val="805599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D6E355-02A3-9658-D3FA-CA0DEA8F93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AA1DD5-2FC4-28E8-E5C7-73562D8E2A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560F8B-EE1A-C53E-FA6C-044F3B74FD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C62D25C-660E-47C3-B4C2-4FF4710155A9}" type="datetime1">
              <a:rPr lang="en-US" smtClean="0"/>
              <a:t>24/07/2024</a:t>
            </a:fld>
            <a:endParaRPr lang="en-US"/>
          </a:p>
        </p:txBody>
      </p:sp>
      <p:sp>
        <p:nvSpPr>
          <p:cNvPr id="5" name="Footer Placeholder 4">
            <a:extLst>
              <a:ext uri="{FF2B5EF4-FFF2-40B4-BE49-F238E27FC236}">
                <a16:creationId xmlns:a16="http://schemas.microsoft.com/office/drawing/2014/main" id="{26440185-04E8-CE21-09C9-623A89E9EC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EC5F240-75B3-36DA-5B4B-B9214E138C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7C1889-967C-4CCE-AB8F-72747BC45B63}" type="slidenum">
              <a:rPr lang="en-US" smtClean="0"/>
              <a:t>‹#›</a:t>
            </a:fld>
            <a:endParaRPr lang="en-US"/>
          </a:p>
        </p:txBody>
      </p:sp>
    </p:spTree>
    <p:extLst>
      <p:ext uri="{BB962C8B-B14F-4D97-AF65-F5344CB8AC3E}">
        <p14:creationId xmlns:p14="http://schemas.microsoft.com/office/powerpoint/2010/main" val="24004526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defRPr>
            </a:lvl1pPr>
          </a:lstStyle>
          <a:p>
            <a:endParaRPr lang="en-US"/>
          </a:p>
        </p:txBody>
      </p:sp>
      <p:pic>
        <p:nvPicPr>
          <p:cNvPr id="7" name="Picture 6">
            <a:extLst>
              <a:ext uri="{FF2B5EF4-FFF2-40B4-BE49-F238E27FC236}">
                <a16:creationId xmlns:a16="http://schemas.microsoft.com/office/drawing/2014/main" id="{5816B7F9-E585-4FD2-CB0D-F1877F54117B}"/>
              </a:ext>
            </a:extLst>
          </p:cNvPr>
          <p:cNvPicPr>
            <a:picLocks noChangeAspect="1"/>
          </p:cNvPicPr>
          <p:nvPr userDrawn="1"/>
        </p:nvPicPr>
        <p:blipFill rotWithShape="1">
          <a:blip r:embed="rId16"/>
          <a:srcRect l="11918" t="12821" r="10245" b="57225"/>
          <a:stretch/>
        </p:blipFill>
        <p:spPr>
          <a:xfrm>
            <a:off x="250541" y="6393673"/>
            <a:ext cx="1499531" cy="381601"/>
          </a:xfrm>
          <a:prstGeom prst="rect">
            <a:avLst/>
          </a:prstGeom>
        </p:spPr>
      </p:pic>
      <p:cxnSp>
        <p:nvCxnSpPr>
          <p:cNvPr id="8" name="Straight Connector 7">
            <a:extLst>
              <a:ext uri="{FF2B5EF4-FFF2-40B4-BE49-F238E27FC236}">
                <a16:creationId xmlns:a16="http://schemas.microsoft.com/office/drawing/2014/main" id="{80988E7E-B398-4A71-F421-06F1CDBD454F}"/>
              </a:ext>
            </a:extLst>
          </p:cNvPr>
          <p:cNvCxnSpPr/>
          <p:nvPr userDrawn="1"/>
        </p:nvCxnSpPr>
        <p:spPr>
          <a:xfrm>
            <a:off x="0" y="6298266"/>
            <a:ext cx="12192000" cy="0"/>
          </a:xfrm>
          <a:prstGeom prst="line">
            <a:avLst/>
          </a:prstGeom>
          <a:ln w="19050" cmpd="dbl">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EF09B70-0D13-DB5E-8272-B628A907FDAD}"/>
              </a:ext>
            </a:extLst>
          </p:cNvPr>
          <p:cNvSpPr txBox="1"/>
          <p:nvPr userDrawn="1"/>
        </p:nvSpPr>
        <p:spPr>
          <a:xfrm>
            <a:off x="2406722" y="6421126"/>
            <a:ext cx="8995931" cy="276999"/>
          </a:xfrm>
          <a:prstGeom prst="rect">
            <a:avLst/>
          </a:prstGeom>
          <a:noFill/>
        </p:spPr>
        <p:txBody>
          <a:bodyPr wrap="square" rtlCol="0">
            <a:spAutoFit/>
          </a:bodyPr>
          <a:lstStyle/>
          <a:p>
            <a:pPr algn="ctr"/>
            <a:r>
              <a:rPr lang="en-US" sz="1200" b="1" dirty="0">
                <a:solidFill>
                  <a:schemeClr val="accent1">
                    <a:lumMod val="75000"/>
                  </a:schemeClr>
                </a:solidFill>
              </a:rPr>
              <a:t>CMP3019 </a:t>
            </a:r>
            <a:r>
              <a:rPr lang="en-US" sz="1200" b="0" dirty="0">
                <a:solidFill>
                  <a:srgbClr val="00B0F0"/>
                </a:solidFill>
                <a:latin typeface="Arial" panose="020B0604020202020204" pitchFamily="34" charset="0"/>
                <a:cs typeface="Arial" panose="020B0604020202020204" pitchFamily="34" charset="0"/>
              </a:rPr>
              <a:t>– THỰC HÀNH PHÂN</a:t>
            </a:r>
            <a:r>
              <a:rPr lang="en-US" sz="1200" b="0" baseline="0" dirty="0">
                <a:solidFill>
                  <a:srgbClr val="00B0F0"/>
                </a:solidFill>
                <a:latin typeface="Arial" panose="020B0604020202020204" pitchFamily="34" charset="0"/>
                <a:cs typeface="Arial" panose="020B0604020202020204" pitchFamily="34" charset="0"/>
              </a:rPr>
              <a:t> TÍCH THIẾT KẾ HỆ THỐNG THEO HƯỚNG ĐỐI TƯỢNG </a:t>
            </a:r>
            <a:r>
              <a:rPr lang="en-US" sz="1200" b="0" baseline="0" dirty="0" err="1">
                <a:solidFill>
                  <a:srgbClr val="00B0F0"/>
                </a:solidFill>
                <a:latin typeface="Arial" panose="020B0604020202020204" pitchFamily="34" charset="0"/>
                <a:cs typeface="Arial" panose="020B0604020202020204" pitchFamily="34" charset="0"/>
              </a:rPr>
              <a:t>Bài</a:t>
            </a:r>
            <a:r>
              <a:rPr lang="en-US" sz="1200" b="0" baseline="0" dirty="0">
                <a:solidFill>
                  <a:srgbClr val="00B0F0"/>
                </a:solidFill>
                <a:latin typeface="Arial" panose="020B0604020202020204" pitchFamily="34" charset="0"/>
                <a:cs typeface="Arial" panose="020B0604020202020204" pitchFamily="34" charset="0"/>
              </a:rPr>
              <a:t> 1: </a:t>
            </a:r>
            <a:r>
              <a:rPr lang="en-US" sz="1200" b="0" baseline="0" dirty="0" err="1">
                <a:solidFill>
                  <a:srgbClr val="00B0F0"/>
                </a:solidFill>
                <a:latin typeface="Arial" panose="020B0604020202020204" pitchFamily="34" charset="0"/>
                <a:cs typeface="Arial" panose="020B0604020202020204" pitchFamily="34" charset="0"/>
              </a:rPr>
              <a:t>Giới</a:t>
            </a:r>
            <a:r>
              <a:rPr lang="en-US" sz="1200" b="0" baseline="0" dirty="0">
                <a:solidFill>
                  <a:srgbClr val="00B0F0"/>
                </a:solidFill>
                <a:latin typeface="Arial" panose="020B0604020202020204" pitchFamily="34" charset="0"/>
                <a:cs typeface="Arial" panose="020B0604020202020204" pitchFamily="34" charset="0"/>
              </a:rPr>
              <a:t> </a:t>
            </a:r>
            <a:r>
              <a:rPr lang="en-US" sz="1200" b="0" baseline="0" dirty="0" err="1">
                <a:solidFill>
                  <a:srgbClr val="00B0F0"/>
                </a:solidFill>
                <a:latin typeface="Arial" panose="020B0604020202020204" pitchFamily="34" charset="0"/>
                <a:cs typeface="Arial" panose="020B0604020202020204" pitchFamily="34" charset="0"/>
              </a:rPr>
              <a:t>thiệu</a:t>
            </a:r>
            <a:endParaRPr lang="en-US" sz="1200" b="0"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54847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sldNum="0" hd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CF232E-4F9D-16AF-CAF8-F435F0F68DE9}"/>
              </a:ext>
            </a:extLst>
          </p:cNvPr>
          <p:cNvSpPr>
            <a:spLocks noGrp="1"/>
          </p:cNvSpPr>
          <p:nvPr>
            <p:ph type="sldNum" sz="quarter" idx="12"/>
          </p:nvPr>
        </p:nvSpPr>
        <p:spPr/>
        <p:txBody>
          <a:bodyPr/>
          <a:lstStyle/>
          <a:p>
            <a:fld id="{C47C1889-967C-4CCE-AB8F-72747BC45B63}" type="slidenum">
              <a:rPr lang="en-US" smtClean="0"/>
              <a:t>1</a:t>
            </a:fld>
            <a:endParaRPr lang="en-US"/>
          </a:p>
        </p:txBody>
      </p:sp>
      <p:sp>
        <p:nvSpPr>
          <p:cNvPr id="8" name="TextBox 7">
            <a:extLst>
              <a:ext uri="{FF2B5EF4-FFF2-40B4-BE49-F238E27FC236}">
                <a16:creationId xmlns:a16="http://schemas.microsoft.com/office/drawing/2014/main" id="{D1FFEDFB-8BF8-95F4-6831-6E8075150039}"/>
              </a:ext>
            </a:extLst>
          </p:cNvPr>
          <p:cNvSpPr txBox="1"/>
          <p:nvPr/>
        </p:nvSpPr>
        <p:spPr>
          <a:xfrm>
            <a:off x="513944" y="139068"/>
            <a:ext cx="10839856" cy="400110"/>
          </a:xfrm>
          <a:prstGeom prst="rect">
            <a:avLst/>
          </a:prstGeom>
          <a:noFill/>
        </p:spPr>
        <p:txBody>
          <a:bodyPr wrap="square" rtlCol="0">
            <a:spAutoFit/>
          </a:bodyPr>
          <a:lstStyle/>
          <a:p>
            <a:pPr algn="ctr"/>
            <a:r>
              <a:rPr lang="en-US" sz="2000" b="1">
                <a:solidFill>
                  <a:srgbClr val="FF0000"/>
                </a:solidFill>
                <a:latin typeface="Arial" panose="020B0604020202020204" pitchFamily="34" charset="0"/>
                <a:cs typeface="Arial" panose="020B0604020202020204" pitchFamily="34" charset="0"/>
              </a:rPr>
              <a:t>BÀI 3: </a:t>
            </a:r>
            <a:r>
              <a:rPr lang="vi-VN" sz="2000" b="1">
                <a:solidFill>
                  <a:srgbClr val="FF0000"/>
                </a:solidFill>
                <a:effectLst/>
                <a:latin typeface="Arial" panose="020B0604020202020204" pitchFamily="34" charset="0"/>
                <a:ea typeface="Times New Roman" panose="02020603050405020304" pitchFamily="18" charset="0"/>
                <a:cs typeface="Arial" panose="020B0604020202020204" pitchFamily="34" charset="0"/>
              </a:rPr>
              <a:t>H</a:t>
            </a:r>
            <a:r>
              <a:rPr lang="en-US" sz="2000" b="1">
                <a:solidFill>
                  <a:srgbClr val="FF0000"/>
                </a:solidFill>
                <a:effectLst/>
                <a:latin typeface="Arial" panose="020B0604020202020204" pitchFamily="34" charset="0"/>
                <a:ea typeface="Times New Roman" panose="02020603050405020304" pitchFamily="18" charset="0"/>
                <a:cs typeface="Arial" panose="020B0604020202020204" pitchFamily="34" charset="0"/>
              </a:rPr>
              <a:t>Ệ</a:t>
            </a:r>
            <a:r>
              <a:rPr lang="vi-VN" sz="2000" b="1">
                <a:solidFill>
                  <a:srgbClr val="FF0000"/>
                </a:solidFill>
                <a:effectLst/>
                <a:latin typeface="Arial" panose="020B0604020202020204" pitchFamily="34" charset="0"/>
                <a:ea typeface="Times New Roman" panose="02020603050405020304" pitchFamily="18" charset="0"/>
                <a:cs typeface="Arial" panose="020B0604020202020204" pitchFamily="34" charset="0"/>
              </a:rPr>
              <a:t> THỐNG QUẢN LÝ </a:t>
            </a:r>
            <a:r>
              <a:rPr lang="en-US" sz="2000" b="1">
                <a:solidFill>
                  <a:srgbClr val="FF0000"/>
                </a:solidFill>
                <a:effectLst/>
                <a:latin typeface="Arial" panose="020B0604020202020204" pitchFamily="34" charset="0"/>
                <a:ea typeface="Times New Roman" panose="02020603050405020304" pitchFamily="18" charset="0"/>
                <a:cs typeface="Arial" panose="020B0604020202020204" pitchFamily="34" charset="0"/>
              </a:rPr>
              <a:t>KHÁCH SẠN</a:t>
            </a:r>
            <a:endParaRPr lang="en-US" sz="2000" b="1">
              <a:solidFill>
                <a:srgbClr val="FF0000"/>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5EA0B46F-E041-2CE3-99CE-A47B5ED8D198}"/>
              </a:ext>
            </a:extLst>
          </p:cNvPr>
          <p:cNvSpPr txBox="1"/>
          <p:nvPr/>
        </p:nvSpPr>
        <p:spPr>
          <a:xfrm>
            <a:off x="136186" y="527382"/>
            <a:ext cx="11799652" cy="5828968"/>
          </a:xfrm>
          <a:prstGeom prst="rect">
            <a:avLst/>
          </a:prstGeom>
          <a:noFill/>
        </p:spPr>
        <p:txBody>
          <a:bodyPr wrap="square" rtlCol="0">
            <a:spAutoFit/>
          </a:bodyPr>
          <a:lstStyle/>
          <a:p>
            <a:pPr algn="just">
              <a:lnSpc>
                <a:spcPct val="107000"/>
              </a:lnSpc>
              <a:spcAft>
                <a:spcPts val="800"/>
              </a:spcAft>
            </a:pPr>
            <a:r>
              <a:rPr lang="it-IT" sz="2000" kern="100">
                <a:effectLst/>
                <a:latin typeface="Arial" panose="020B0604020202020204" pitchFamily="34" charset="0"/>
                <a:ea typeface="Aptos" panose="020B0004020202020204" pitchFamily="34" charset="0"/>
                <a:cs typeface="Arial" panose="020B0604020202020204" pitchFamily="34" charset="0"/>
              </a:rPr>
              <a:t>Câu hỏi và hướng dẫn:</a:t>
            </a:r>
          </a:p>
          <a:p>
            <a:pPr algn="just">
              <a:lnSpc>
                <a:spcPct val="107000"/>
              </a:lnSpc>
              <a:spcAft>
                <a:spcPts val="800"/>
              </a:spcAft>
            </a:pPr>
            <a:r>
              <a:rPr lang="vi-VN" sz="2000" kern="100">
                <a:effectLst/>
                <a:latin typeface="Arial" panose="020B0604020202020204" pitchFamily="34" charset="0"/>
                <a:ea typeface="Aptos" panose="020B0004020202020204" pitchFamily="34" charset="0"/>
                <a:cs typeface="Arial" panose="020B0604020202020204" pitchFamily="34" charset="0"/>
              </a:rPr>
              <a:t>1)</a:t>
            </a:r>
            <a:r>
              <a:rPr lang="en-US" sz="2000" kern="100">
                <a:effectLst/>
                <a:latin typeface="Arial" panose="020B0604020202020204" pitchFamily="34" charset="0"/>
                <a:ea typeface="Aptos" panose="020B0004020202020204" pitchFamily="34" charset="0"/>
                <a:cs typeface="Arial" panose="020B0604020202020204" pitchFamily="34" charset="0"/>
              </a:rPr>
              <a:t> </a:t>
            </a:r>
            <a:r>
              <a:rPr lang="vi-VN" sz="2000" kern="100">
                <a:effectLst/>
                <a:latin typeface="Arial" panose="020B0604020202020204" pitchFamily="34" charset="0"/>
                <a:ea typeface="Aptos" panose="020B0004020202020204" pitchFamily="34" charset="0"/>
                <a:cs typeface="Arial" panose="020B0604020202020204" pitchFamily="34" charset="0"/>
              </a:rPr>
              <a:t>Xác định các loại thực thể cùng thuộc tính tương ứng, xác định kiểu dữ liệu và độ rộng phù hợp, gạch chân dưới khóa chính.</a:t>
            </a:r>
            <a:endParaRPr lang="en-US" sz="2000" kern="100">
              <a:effectLst/>
              <a:latin typeface="Arial" panose="020B0604020202020204" pitchFamily="34" charset="0"/>
              <a:ea typeface="Aptos" panose="020B0004020202020204" pitchFamily="34" charset="0"/>
              <a:cs typeface="Arial" panose="020B0604020202020204" pitchFamily="34" charset="0"/>
            </a:endParaRPr>
          </a:p>
          <a:p>
            <a:pPr marL="285750" indent="-285750" algn="just">
              <a:lnSpc>
                <a:spcPct val="107000"/>
              </a:lnSpc>
              <a:spcAft>
                <a:spcPts val="800"/>
              </a:spcAft>
              <a:buFont typeface="Symbol" panose="05050102010706020507" pitchFamily="18" charset="2"/>
              <a:buChar char="Þ"/>
            </a:pPr>
            <a:r>
              <a:rPr lang="en-US" sz="2000" kern="100">
                <a:effectLst/>
                <a:latin typeface="Arial" panose="020B0604020202020204" pitchFamily="34" charset="0"/>
                <a:ea typeface="Aptos" panose="020B0004020202020204" pitchFamily="34" charset="0"/>
                <a:cs typeface="Arial" panose="020B0604020202020204" pitchFamily="34" charset="0"/>
                <a:sym typeface="Symbol" panose="05050102010706020507" pitchFamily="18" charset="2"/>
              </a:rPr>
              <a:t>3 loại thực thể: Cơ bản, Đội tượng ngoài, Nghiệp vụ.</a:t>
            </a:r>
          </a:p>
          <a:p>
            <a:pPr algn="just">
              <a:lnSpc>
                <a:spcPct val="107000"/>
              </a:lnSpc>
              <a:spcAft>
                <a:spcPts val="800"/>
              </a:spcAft>
            </a:pPr>
            <a:r>
              <a:rPr lang="en-US" sz="2000" kern="100">
                <a:effectLst/>
                <a:latin typeface="Arial" panose="020B0604020202020204" pitchFamily="34" charset="0"/>
                <a:ea typeface="Aptos" panose="020B0004020202020204" pitchFamily="34" charset="0"/>
                <a:cs typeface="Arial" panose="020B0604020202020204" pitchFamily="34" charset="0"/>
                <a:sym typeface="Symbol" panose="05050102010706020507" pitchFamily="18" charset="2"/>
              </a:rPr>
              <a:t>+ Cơ bản: KHUVUC, PHONG, LOAITN, TIENNGHI, DICHVU. Có các thuộc tính gì?</a:t>
            </a:r>
          </a:p>
          <a:p>
            <a:pPr algn="just">
              <a:lnSpc>
                <a:spcPct val="107000"/>
              </a:lnSpc>
              <a:spcAft>
                <a:spcPts val="800"/>
              </a:spcAft>
            </a:pPr>
            <a:r>
              <a:rPr lang="en-US" sz="2000" kern="100">
                <a:latin typeface="Arial" panose="020B0604020202020204" pitchFamily="34" charset="0"/>
                <a:ea typeface="Aptos" panose="020B0004020202020204" pitchFamily="34" charset="0"/>
                <a:cs typeface="Arial" panose="020B0604020202020204" pitchFamily="34" charset="0"/>
                <a:sym typeface="Symbol" panose="05050102010706020507" pitchFamily="18" charset="2"/>
              </a:rPr>
              <a:t>Chú ý:</a:t>
            </a:r>
          </a:p>
          <a:p>
            <a:pPr marL="342900" indent="-342900" algn="just">
              <a:lnSpc>
                <a:spcPct val="107000"/>
              </a:lnSpc>
              <a:spcAft>
                <a:spcPts val="800"/>
              </a:spcAft>
              <a:buFont typeface="Arial" panose="020B0604020202020204" pitchFamily="34" charset="0"/>
              <a:buChar char="•"/>
            </a:pPr>
            <a:r>
              <a:rPr lang="en-US" sz="2000" kern="100">
                <a:effectLst/>
                <a:latin typeface="Arial" panose="020B0604020202020204" pitchFamily="34" charset="0"/>
                <a:ea typeface="Aptos" panose="020B0004020202020204" pitchFamily="34" charset="0"/>
                <a:cs typeface="Arial" panose="020B0604020202020204" pitchFamily="34" charset="0"/>
                <a:sym typeface="Symbol" panose="05050102010706020507" pitchFamily="18" charset="2"/>
              </a:rPr>
              <a:t>Một Phòng có cùng độ cao (tầng), cùng hướng và điện tích sử dụng… thì thông thường sẽ cùng giá thuê. Ta sẽ lưu trữ như thế nào?</a:t>
            </a:r>
          </a:p>
          <a:p>
            <a:pPr marL="342900" indent="-342900" algn="just">
              <a:lnSpc>
                <a:spcPct val="107000"/>
              </a:lnSpc>
              <a:spcAft>
                <a:spcPts val="800"/>
              </a:spcAft>
              <a:buFont typeface="Arial" panose="020B0604020202020204" pitchFamily="34" charset="0"/>
              <a:buChar char="•"/>
            </a:pPr>
            <a:r>
              <a:rPr lang="en-US" sz="2000" kern="100">
                <a:latin typeface="Arial" panose="020B0604020202020204" pitchFamily="34" charset="0"/>
                <a:ea typeface="Aptos" panose="020B0004020202020204" pitchFamily="34" charset="0"/>
                <a:cs typeface="Arial" panose="020B0604020202020204" pitchFamily="34" charset="0"/>
                <a:sym typeface="Symbol" panose="05050102010706020507" pitchFamily="18" charset="2"/>
              </a:rPr>
              <a:t>Các tiện nghi được trang bị vào các phòng sẽ ghi nhận lại ngày và tình trạng của thiết bị. NV nào lắp đặt?</a:t>
            </a:r>
            <a:endParaRPr lang="en-US" sz="2000" kern="100">
              <a:effectLst/>
              <a:latin typeface="Arial" panose="020B0604020202020204" pitchFamily="34" charset="0"/>
              <a:ea typeface="Aptos" panose="020B0004020202020204" pitchFamily="34" charset="0"/>
              <a:cs typeface="Arial" panose="020B0604020202020204" pitchFamily="34" charset="0"/>
              <a:sym typeface="Symbol" panose="05050102010706020507" pitchFamily="18" charset="2"/>
            </a:endParaRPr>
          </a:p>
          <a:p>
            <a:pPr algn="just">
              <a:lnSpc>
                <a:spcPct val="107000"/>
              </a:lnSpc>
              <a:spcAft>
                <a:spcPts val="800"/>
              </a:spcAft>
            </a:pPr>
            <a:r>
              <a:rPr lang="en-US" sz="2000" kern="100">
                <a:latin typeface="Arial" panose="020B0604020202020204" pitchFamily="34" charset="0"/>
                <a:ea typeface="Aptos" panose="020B0004020202020204" pitchFamily="34" charset="0"/>
                <a:cs typeface="Arial" panose="020B0604020202020204" pitchFamily="34" charset="0"/>
                <a:sym typeface="Symbol" panose="05050102010706020507" pitchFamily="18" charset="2"/>
              </a:rPr>
              <a:t>+ Đối tượng ngoài: NV, KHACH. Lưu ý rằng, hệ thống chỉ lưu khách đại diện (nếu khách đi theo đoàn). Nếu khách đặt cọc, đóng phạt và thanh toán bằng nhiều hình thức hay khách sạn muốn lưu thông tin các cơ quan cần liên hệ trong hoạt động hàng ngày thì ta cần lưu trữ thêm loại thực thể nào?</a:t>
            </a:r>
          </a:p>
          <a:p>
            <a:pPr algn="just">
              <a:lnSpc>
                <a:spcPct val="107000"/>
              </a:lnSpc>
              <a:spcAft>
                <a:spcPts val="800"/>
              </a:spcAft>
            </a:pPr>
            <a:r>
              <a:rPr lang="en-US" sz="2000" kern="100">
                <a:effectLst/>
                <a:latin typeface="Arial" panose="020B0604020202020204" pitchFamily="34" charset="0"/>
                <a:ea typeface="Aptos" panose="020B0004020202020204" pitchFamily="34" charset="0"/>
                <a:cs typeface="Arial" panose="020B0604020202020204" pitchFamily="34" charset="0"/>
                <a:sym typeface="Symbol" panose="05050102010706020507" pitchFamily="18" charset="2"/>
              </a:rPr>
              <a:t>+ Nghiệp v</a:t>
            </a:r>
            <a:r>
              <a:rPr lang="en-US" sz="2000" kern="100">
                <a:latin typeface="Arial" panose="020B0604020202020204" pitchFamily="34" charset="0"/>
                <a:ea typeface="Aptos" panose="020B0004020202020204" pitchFamily="34" charset="0"/>
                <a:cs typeface="Arial" panose="020B0604020202020204" pitchFamily="34" charset="0"/>
                <a:sym typeface="Symbol" panose="05050102010706020507" pitchFamily="18" charset="2"/>
              </a:rPr>
              <a:t>ụ: PHIEUĐP, HOADONDV, PHIEUPHAT, PHIEUHEN. Chú ý thiết kế: Trong cùng ngày mà 1 phòng sử dụng 1 dịch vụ nhiều lần thì ta chỉ lưu 1 dòng/1 mẫu tin.</a:t>
            </a:r>
            <a:endParaRPr lang="vi-VN" sz="2000" kern="10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029587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CF232E-4F9D-16AF-CAF8-F435F0F68DE9}"/>
              </a:ext>
            </a:extLst>
          </p:cNvPr>
          <p:cNvSpPr>
            <a:spLocks noGrp="1"/>
          </p:cNvSpPr>
          <p:nvPr>
            <p:ph type="sldNum" sz="quarter" idx="12"/>
          </p:nvPr>
        </p:nvSpPr>
        <p:spPr/>
        <p:txBody>
          <a:bodyPr/>
          <a:lstStyle/>
          <a:p>
            <a:fld id="{C47C1889-967C-4CCE-AB8F-72747BC45B63}" type="slidenum">
              <a:rPr lang="en-US" smtClean="0"/>
              <a:t>2</a:t>
            </a:fld>
            <a:endParaRPr lang="en-US"/>
          </a:p>
        </p:txBody>
      </p:sp>
      <p:sp>
        <p:nvSpPr>
          <p:cNvPr id="8" name="TextBox 7">
            <a:extLst>
              <a:ext uri="{FF2B5EF4-FFF2-40B4-BE49-F238E27FC236}">
                <a16:creationId xmlns:a16="http://schemas.microsoft.com/office/drawing/2014/main" id="{D1FFEDFB-8BF8-95F4-6831-6E8075150039}"/>
              </a:ext>
            </a:extLst>
          </p:cNvPr>
          <p:cNvSpPr txBox="1"/>
          <p:nvPr/>
        </p:nvSpPr>
        <p:spPr>
          <a:xfrm>
            <a:off x="513944" y="136525"/>
            <a:ext cx="10839856" cy="400110"/>
          </a:xfrm>
          <a:prstGeom prst="rect">
            <a:avLst/>
          </a:prstGeom>
          <a:noFill/>
        </p:spPr>
        <p:txBody>
          <a:bodyPr wrap="square" rtlCol="0">
            <a:spAutoFit/>
          </a:bodyPr>
          <a:lstStyle/>
          <a:p>
            <a:pPr algn="ctr"/>
            <a:r>
              <a:rPr lang="en-US" sz="2000" b="1">
                <a:solidFill>
                  <a:srgbClr val="FF0000"/>
                </a:solidFill>
                <a:latin typeface="Arial" panose="020B0604020202020204" pitchFamily="34" charset="0"/>
                <a:cs typeface="Arial" panose="020B0604020202020204" pitchFamily="34" charset="0"/>
              </a:rPr>
              <a:t>BÀI 3: </a:t>
            </a:r>
            <a:r>
              <a:rPr lang="vi-VN" sz="2000" b="1">
                <a:solidFill>
                  <a:srgbClr val="FF0000"/>
                </a:solidFill>
                <a:effectLst/>
                <a:latin typeface="Arial" panose="020B0604020202020204" pitchFamily="34" charset="0"/>
                <a:ea typeface="Times New Roman" panose="02020603050405020304" pitchFamily="18" charset="0"/>
                <a:cs typeface="Arial" panose="020B0604020202020204" pitchFamily="34" charset="0"/>
              </a:rPr>
              <a:t>H</a:t>
            </a:r>
            <a:r>
              <a:rPr lang="en-US" sz="2000" b="1">
                <a:solidFill>
                  <a:srgbClr val="FF0000"/>
                </a:solidFill>
                <a:effectLst/>
                <a:latin typeface="Arial" panose="020B0604020202020204" pitchFamily="34" charset="0"/>
                <a:ea typeface="Times New Roman" panose="02020603050405020304" pitchFamily="18" charset="0"/>
                <a:cs typeface="Arial" panose="020B0604020202020204" pitchFamily="34" charset="0"/>
              </a:rPr>
              <a:t>Ệ</a:t>
            </a:r>
            <a:r>
              <a:rPr lang="vi-VN" sz="2000" b="1">
                <a:solidFill>
                  <a:srgbClr val="FF0000"/>
                </a:solidFill>
                <a:effectLst/>
                <a:latin typeface="Arial" panose="020B0604020202020204" pitchFamily="34" charset="0"/>
                <a:ea typeface="Times New Roman" panose="02020603050405020304" pitchFamily="18" charset="0"/>
                <a:cs typeface="Arial" panose="020B0604020202020204" pitchFamily="34" charset="0"/>
              </a:rPr>
              <a:t> THỐNG QUẢN LÝ </a:t>
            </a:r>
            <a:r>
              <a:rPr lang="en-US" sz="2000" b="1">
                <a:solidFill>
                  <a:srgbClr val="FF0000"/>
                </a:solidFill>
                <a:effectLst/>
                <a:latin typeface="Arial" panose="020B0604020202020204" pitchFamily="34" charset="0"/>
                <a:ea typeface="Times New Roman" panose="02020603050405020304" pitchFamily="18" charset="0"/>
                <a:cs typeface="Arial" panose="020B0604020202020204" pitchFamily="34" charset="0"/>
              </a:rPr>
              <a:t>KHÁCH SẠN</a:t>
            </a:r>
            <a:endParaRPr lang="en-US" sz="2000" b="1">
              <a:solidFill>
                <a:srgbClr val="FF0000"/>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5EA0B46F-E041-2CE3-99CE-A47B5ED8D198}"/>
              </a:ext>
            </a:extLst>
          </p:cNvPr>
          <p:cNvSpPr txBox="1"/>
          <p:nvPr/>
        </p:nvSpPr>
        <p:spPr>
          <a:xfrm>
            <a:off x="136186" y="573479"/>
            <a:ext cx="11721831" cy="3545266"/>
          </a:xfrm>
          <a:prstGeom prst="rect">
            <a:avLst/>
          </a:prstGeom>
          <a:noFill/>
        </p:spPr>
        <p:txBody>
          <a:bodyPr wrap="square" rtlCol="0">
            <a:spAutoFit/>
          </a:bodyPr>
          <a:lstStyle/>
          <a:p>
            <a:pPr algn="just">
              <a:lnSpc>
                <a:spcPct val="107000"/>
              </a:lnSpc>
              <a:spcAft>
                <a:spcPts val="800"/>
              </a:spcAft>
            </a:pPr>
            <a:r>
              <a:rPr lang="it-IT" sz="2000" kern="100">
                <a:effectLst/>
                <a:latin typeface="Arial" panose="020B0604020202020204" pitchFamily="34" charset="0"/>
                <a:ea typeface="Aptos" panose="020B0004020202020204" pitchFamily="34" charset="0"/>
                <a:cs typeface="Arial" panose="020B0604020202020204" pitchFamily="34" charset="0"/>
              </a:rPr>
              <a:t>Câu hỏi và hướng dẫn:</a:t>
            </a:r>
          </a:p>
          <a:p>
            <a:pPr algn="just">
              <a:lnSpc>
                <a:spcPct val="107000"/>
              </a:lnSpc>
              <a:spcAft>
                <a:spcPts val="800"/>
              </a:spcAft>
            </a:pPr>
            <a:r>
              <a:rPr lang="vi-VN" sz="2000" kern="100">
                <a:effectLst/>
                <a:latin typeface="Arial" panose="020B0604020202020204" pitchFamily="34" charset="0"/>
                <a:ea typeface="Aptos" panose="020B0004020202020204" pitchFamily="34" charset="0"/>
                <a:cs typeface="Arial" panose="020B0604020202020204" pitchFamily="34" charset="0"/>
              </a:rPr>
              <a:t>2)</a:t>
            </a:r>
            <a:r>
              <a:rPr lang="en-US" sz="2000" kern="100">
                <a:effectLst/>
                <a:latin typeface="Arial" panose="020B0604020202020204" pitchFamily="34" charset="0"/>
                <a:ea typeface="Aptos" panose="020B0004020202020204" pitchFamily="34" charset="0"/>
                <a:cs typeface="Arial" panose="020B0604020202020204" pitchFamily="34" charset="0"/>
              </a:rPr>
              <a:t> </a:t>
            </a:r>
            <a:r>
              <a:rPr lang="vi-VN" sz="2000" kern="100">
                <a:effectLst/>
                <a:latin typeface="Arial" panose="020B0604020202020204" pitchFamily="34" charset="0"/>
                <a:ea typeface="Aptos" panose="020B0004020202020204" pitchFamily="34" charset="0"/>
                <a:cs typeface="Arial" panose="020B0604020202020204" pitchFamily="34" charset="0"/>
              </a:rPr>
              <a:t>Xây dựng mô hình quan niệm dữ liệu (mô hình thực thể kết hợp) với đầy đủ mối kết hợp cùng bản số tương ứng cho hệ thống quản lý trên.</a:t>
            </a:r>
            <a:endParaRPr lang="en-US" sz="2000" kern="100">
              <a:effectLst/>
              <a:latin typeface="Arial" panose="020B0604020202020204" pitchFamily="34" charset="0"/>
              <a:ea typeface="Aptos" panose="020B0004020202020204" pitchFamily="34" charset="0"/>
              <a:cs typeface="Arial" panose="020B0604020202020204" pitchFamily="34" charset="0"/>
            </a:endParaRPr>
          </a:p>
          <a:p>
            <a:pPr algn="just">
              <a:lnSpc>
                <a:spcPct val="107000"/>
              </a:lnSpc>
              <a:spcAft>
                <a:spcPts val="800"/>
              </a:spcAft>
            </a:pPr>
            <a:r>
              <a:rPr lang="en-US" sz="2000" kern="100">
                <a:latin typeface="Arial" panose="020B0604020202020204" pitchFamily="34" charset="0"/>
                <a:ea typeface="Aptos" panose="020B0004020202020204" pitchFamily="34" charset="0"/>
                <a:cs typeface="Arial" panose="020B0604020202020204" pitchFamily="34" charset="0"/>
              </a:rPr>
              <a:t>- Hãy vẽ mô hình ERD ra giấy, coi kỹ lại các loại MKH và bản số. Chú ý các thuộc tính chung thì ta sẽ lưu ở loại thực thể, thuộc tính riêng thì lưu trữ ở MKH. Ví dụ: Ngày đặt, Ngày trả.</a:t>
            </a:r>
            <a:endParaRPr lang="vi-VN" sz="2000" kern="100">
              <a:effectLst/>
              <a:latin typeface="Arial" panose="020B0604020202020204" pitchFamily="34" charset="0"/>
              <a:ea typeface="Aptos" panose="020B0004020202020204" pitchFamily="34" charset="0"/>
              <a:cs typeface="Arial" panose="020B0604020202020204" pitchFamily="34" charset="0"/>
            </a:endParaRPr>
          </a:p>
          <a:p>
            <a:pPr algn="just">
              <a:lnSpc>
                <a:spcPct val="107000"/>
              </a:lnSpc>
              <a:spcAft>
                <a:spcPts val="800"/>
              </a:spcAft>
            </a:pPr>
            <a:r>
              <a:rPr lang="vi-VN" sz="2000" kern="100">
                <a:effectLst/>
                <a:latin typeface="Arial" panose="020B0604020202020204" pitchFamily="34" charset="0"/>
                <a:ea typeface="Aptos" panose="020B0004020202020204" pitchFamily="34" charset="0"/>
                <a:cs typeface="Arial" panose="020B0604020202020204" pitchFamily="34" charset="0"/>
              </a:rPr>
              <a:t>3)</a:t>
            </a:r>
            <a:r>
              <a:rPr lang="en-US" sz="2000" kern="100">
                <a:effectLst/>
                <a:latin typeface="Arial" panose="020B0604020202020204" pitchFamily="34" charset="0"/>
                <a:ea typeface="Aptos" panose="020B0004020202020204" pitchFamily="34" charset="0"/>
                <a:cs typeface="Arial" panose="020B0604020202020204" pitchFamily="34" charset="0"/>
              </a:rPr>
              <a:t> </a:t>
            </a:r>
            <a:r>
              <a:rPr lang="vi-VN" sz="2000" kern="100">
                <a:effectLst/>
                <a:latin typeface="Arial" panose="020B0604020202020204" pitchFamily="34" charset="0"/>
                <a:ea typeface="Aptos" panose="020B0004020202020204" pitchFamily="34" charset="0"/>
                <a:cs typeface="Arial" panose="020B0604020202020204" pitchFamily="34" charset="0"/>
              </a:rPr>
              <a:t>Dùng phần mềm vẽ mô hình thực thể kết hợp ở trên, lưu lại với tên file phù hợp.</a:t>
            </a:r>
          </a:p>
          <a:p>
            <a:pPr algn="just">
              <a:lnSpc>
                <a:spcPct val="107000"/>
              </a:lnSpc>
              <a:spcAft>
                <a:spcPts val="800"/>
              </a:spcAft>
            </a:pPr>
            <a:r>
              <a:rPr lang="vi-VN" sz="2000" kern="100">
                <a:effectLst/>
                <a:latin typeface="Arial" panose="020B0604020202020204" pitchFamily="34" charset="0"/>
                <a:ea typeface="Aptos" panose="020B0004020202020204" pitchFamily="34" charset="0"/>
                <a:cs typeface="Arial" panose="020B0604020202020204" pitchFamily="34" charset="0"/>
              </a:rPr>
              <a:t>4)</a:t>
            </a:r>
            <a:r>
              <a:rPr lang="en-US" sz="2000" kern="100">
                <a:effectLst/>
                <a:latin typeface="Arial" panose="020B0604020202020204" pitchFamily="34" charset="0"/>
                <a:ea typeface="Aptos" panose="020B0004020202020204" pitchFamily="34" charset="0"/>
                <a:cs typeface="Arial" panose="020B0604020202020204" pitchFamily="34" charset="0"/>
              </a:rPr>
              <a:t> </a:t>
            </a:r>
            <a:r>
              <a:rPr lang="vi-VN" sz="2000" kern="100">
                <a:effectLst/>
                <a:latin typeface="Arial" panose="020B0604020202020204" pitchFamily="34" charset="0"/>
                <a:ea typeface="Aptos" panose="020B0004020202020204" pitchFamily="34" charset="0"/>
                <a:cs typeface="Arial" panose="020B0604020202020204" pitchFamily="34" charset="0"/>
              </a:rPr>
              <a:t>Hãy sinh code SQL của mô hình, lưu lại file script.</a:t>
            </a:r>
          </a:p>
          <a:p>
            <a:pPr algn="just">
              <a:lnSpc>
                <a:spcPct val="107000"/>
              </a:lnSpc>
              <a:spcAft>
                <a:spcPts val="800"/>
              </a:spcAft>
            </a:pPr>
            <a:r>
              <a:rPr lang="vi-VN" sz="2000" kern="100">
                <a:effectLst/>
                <a:latin typeface="Arial" panose="020B0604020202020204" pitchFamily="34" charset="0"/>
                <a:ea typeface="Aptos" panose="020B0004020202020204" pitchFamily="34" charset="0"/>
                <a:cs typeface="Arial" panose="020B0604020202020204" pitchFamily="34" charset="0"/>
              </a:rPr>
              <a:t>5)</a:t>
            </a:r>
            <a:r>
              <a:rPr lang="en-US" sz="2000" kern="100">
                <a:effectLst/>
                <a:latin typeface="Arial" panose="020B0604020202020204" pitchFamily="34" charset="0"/>
                <a:ea typeface="Aptos" panose="020B0004020202020204" pitchFamily="34" charset="0"/>
                <a:cs typeface="Arial" panose="020B0604020202020204" pitchFamily="34" charset="0"/>
              </a:rPr>
              <a:t> </a:t>
            </a:r>
            <a:r>
              <a:rPr lang="vi-VN" sz="2000" kern="100">
                <a:effectLst/>
                <a:latin typeface="Arial" panose="020B0604020202020204" pitchFamily="34" charset="0"/>
                <a:ea typeface="Aptos" panose="020B0004020202020204" pitchFamily="34" charset="0"/>
                <a:cs typeface="Arial" panose="020B0604020202020204" pitchFamily="34" charset="0"/>
              </a:rPr>
              <a:t>Mở SQL Server, tạo mới database với tên </a:t>
            </a:r>
            <a:r>
              <a:rPr lang="en-US" sz="2000" kern="100">
                <a:effectLst/>
                <a:latin typeface="Arial" panose="020B0604020202020204" pitchFamily="34" charset="0"/>
                <a:ea typeface="Aptos" panose="020B0004020202020204" pitchFamily="34" charset="0"/>
                <a:cs typeface="Arial" panose="020B0604020202020204" pitchFamily="34" charset="0"/>
              </a:rPr>
              <a:t>QLKS</a:t>
            </a:r>
            <a:r>
              <a:rPr lang="vi-VN" sz="2000" kern="100">
                <a:effectLst/>
                <a:latin typeface="Arial" panose="020B0604020202020204" pitchFamily="34" charset="0"/>
                <a:ea typeface="Aptos" panose="020B0004020202020204" pitchFamily="34" charset="0"/>
                <a:cs typeface="Arial" panose="020B0604020202020204" pitchFamily="34" charset="0"/>
              </a:rPr>
              <a:t>. Mở file script ở Câu 4, thực thi file để tạo các bảng. Nhận xét thứ tự tạo các bảng?</a:t>
            </a:r>
          </a:p>
        </p:txBody>
      </p:sp>
    </p:spTree>
    <p:extLst>
      <p:ext uri="{BB962C8B-B14F-4D97-AF65-F5344CB8AC3E}">
        <p14:creationId xmlns:p14="http://schemas.microsoft.com/office/powerpoint/2010/main" val="144608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0070C0"/>
        </a:solidFill>
        <a:effectLst/>
      </p:bgPr>
    </p:bg>
    <p:spTree>
      <p:nvGrpSpPr>
        <p:cNvPr id="1" name=""/>
        <p:cNvGrpSpPr/>
        <p:nvPr/>
      </p:nvGrpSpPr>
      <p:grpSpPr>
        <a:xfrm>
          <a:off x="0" y="0"/>
          <a:ext cx="0" cy="0"/>
          <a:chOff x="0" y="0"/>
          <a:chExt cx="0" cy="0"/>
        </a:xfrm>
      </p:grpSpPr>
      <p:sp>
        <p:nvSpPr>
          <p:cNvPr id="6" name="TextBox 5"/>
          <p:cNvSpPr txBox="1"/>
          <p:nvPr/>
        </p:nvSpPr>
        <p:spPr>
          <a:xfrm>
            <a:off x="3900196" y="2239347"/>
            <a:ext cx="4464684" cy="12003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CÁM ƠN !</a:t>
            </a:r>
          </a:p>
        </p:txBody>
      </p:sp>
      <p:sp>
        <p:nvSpPr>
          <p:cNvPr id="13" name="Freeform 165">
            <a:extLst>
              <a:ext uri="{FF2B5EF4-FFF2-40B4-BE49-F238E27FC236}">
                <a16:creationId xmlns:a16="http://schemas.microsoft.com/office/drawing/2014/main" id="{AD824A6D-6E08-4A69-9E3E-8CEA354E1DC1}"/>
              </a:ext>
            </a:extLst>
          </p:cNvPr>
          <p:cNvSpPr>
            <a:spLocks noEditPoints="1"/>
          </p:cNvSpPr>
          <p:nvPr/>
        </p:nvSpPr>
        <p:spPr bwMode="auto">
          <a:xfrm>
            <a:off x="724889" y="4528135"/>
            <a:ext cx="304840" cy="306858"/>
          </a:xfrm>
          <a:custGeom>
            <a:avLst/>
            <a:gdLst>
              <a:gd name="T0" fmla="*/ 76 w 151"/>
              <a:gd name="T1" fmla="*/ 0 h 152"/>
              <a:gd name="T2" fmla="*/ 9 w 151"/>
              <a:gd name="T3" fmla="*/ 142 h 152"/>
              <a:gd name="T4" fmla="*/ 0 w 151"/>
              <a:gd name="T5" fmla="*/ 152 h 152"/>
              <a:gd name="T6" fmla="*/ 151 w 151"/>
              <a:gd name="T7" fmla="*/ 38 h 152"/>
              <a:gd name="T8" fmla="*/ 57 w 151"/>
              <a:gd name="T9" fmla="*/ 142 h 152"/>
              <a:gd name="T10" fmla="*/ 28 w 151"/>
              <a:gd name="T11" fmla="*/ 123 h 152"/>
              <a:gd name="T12" fmla="*/ 57 w 151"/>
              <a:gd name="T13" fmla="*/ 142 h 152"/>
              <a:gd name="T14" fmla="*/ 19 w 151"/>
              <a:gd name="T15" fmla="*/ 104 h 152"/>
              <a:gd name="T16" fmla="*/ 66 w 151"/>
              <a:gd name="T17" fmla="*/ 95 h 152"/>
              <a:gd name="T18" fmla="*/ 66 w 151"/>
              <a:gd name="T19" fmla="*/ 85 h 152"/>
              <a:gd name="T20" fmla="*/ 19 w 151"/>
              <a:gd name="T21" fmla="*/ 76 h 152"/>
              <a:gd name="T22" fmla="*/ 66 w 151"/>
              <a:gd name="T23" fmla="*/ 85 h 152"/>
              <a:gd name="T24" fmla="*/ 19 w 151"/>
              <a:gd name="T25" fmla="*/ 66 h 152"/>
              <a:gd name="T26" fmla="*/ 66 w 151"/>
              <a:gd name="T27" fmla="*/ 57 h 152"/>
              <a:gd name="T28" fmla="*/ 66 w 151"/>
              <a:gd name="T29" fmla="*/ 47 h 152"/>
              <a:gd name="T30" fmla="*/ 19 w 151"/>
              <a:gd name="T31" fmla="*/ 38 h 152"/>
              <a:gd name="T32" fmla="*/ 66 w 151"/>
              <a:gd name="T33" fmla="*/ 47 h 152"/>
              <a:gd name="T34" fmla="*/ 19 w 151"/>
              <a:gd name="T35" fmla="*/ 29 h 152"/>
              <a:gd name="T36" fmla="*/ 66 w 151"/>
              <a:gd name="T37" fmla="*/ 19 h 152"/>
              <a:gd name="T38" fmla="*/ 113 w 151"/>
              <a:gd name="T39" fmla="*/ 133 h 152"/>
              <a:gd name="T40" fmla="*/ 95 w 151"/>
              <a:gd name="T41" fmla="*/ 114 h 152"/>
              <a:gd name="T42" fmla="*/ 113 w 151"/>
              <a:gd name="T43" fmla="*/ 133 h 152"/>
              <a:gd name="T44" fmla="*/ 95 w 151"/>
              <a:gd name="T45" fmla="*/ 104 h 152"/>
              <a:gd name="T46" fmla="*/ 113 w 151"/>
              <a:gd name="T47" fmla="*/ 85 h 152"/>
              <a:gd name="T48" fmla="*/ 113 w 151"/>
              <a:gd name="T49" fmla="*/ 76 h 152"/>
              <a:gd name="T50" fmla="*/ 95 w 151"/>
              <a:gd name="T51" fmla="*/ 57 h 152"/>
              <a:gd name="T52" fmla="*/ 113 w 151"/>
              <a:gd name="T53" fmla="*/ 76 h 152"/>
              <a:gd name="T54" fmla="*/ 123 w 151"/>
              <a:gd name="T55" fmla="*/ 133 h 152"/>
              <a:gd name="T56" fmla="*/ 142 w 151"/>
              <a:gd name="T57" fmla="*/ 114 h 152"/>
              <a:gd name="T58" fmla="*/ 142 w 151"/>
              <a:gd name="T59" fmla="*/ 104 h 152"/>
              <a:gd name="T60" fmla="*/ 123 w 151"/>
              <a:gd name="T61" fmla="*/ 85 h 152"/>
              <a:gd name="T62" fmla="*/ 142 w 151"/>
              <a:gd name="T63" fmla="*/ 104 h 152"/>
              <a:gd name="T64" fmla="*/ 123 w 151"/>
              <a:gd name="T65" fmla="*/ 76 h 152"/>
              <a:gd name="T66" fmla="*/ 142 w 151"/>
              <a:gd name="T67" fmla="*/ 5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1" h="152">
                <a:moveTo>
                  <a:pt x="76" y="38"/>
                </a:moveTo>
                <a:lnTo>
                  <a:pt x="76" y="0"/>
                </a:lnTo>
                <a:lnTo>
                  <a:pt x="9" y="0"/>
                </a:lnTo>
                <a:lnTo>
                  <a:pt x="9" y="142"/>
                </a:lnTo>
                <a:lnTo>
                  <a:pt x="0" y="142"/>
                </a:lnTo>
                <a:lnTo>
                  <a:pt x="0" y="152"/>
                </a:lnTo>
                <a:lnTo>
                  <a:pt x="151" y="152"/>
                </a:lnTo>
                <a:lnTo>
                  <a:pt x="151" y="38"/>
                </a:lnTo>
                <a:lnTo>
                  <a:pt x="76" y="38"/>
                </a:lnTo>
                <a:close/>
                <a:moveTo>
                  <a:pt x="57" y="142"/>
                </a:moveTo>
                <a:lnTo>
                  <a:pt x="28" y="142"/>
                </a:lnTo>
                <a:lnTo>
                  <a:pt x="28" y="123"/>
                </a:lnTo>
                <a:lnTo>
                  <a:pt x="57" y="123"/>
                </a:lnTo>
                <a:lnTo>
                  <a:pt x="57" y="142"/>
                </a:lnTo>
                <a:close/>
                <a:moveTo>
                  <a:pt x="66" y="104"/>
                </a:moveTo>
                <a:lnTo>
                  <a:pt x="19" y="104"/>
                </a:lnTo>
                <a:lnTo>
                  <a:pt x="19" y="95"/>
                </a:lnTo>
                <a:lnTo>
                  <a:pt x="66" y="95"/>
                </a:lnTo>
                <a:lnTo>
                  <a:pt x="66" y="104"/>
                </a:lnTo>
                <a:close/>
                <a:moveTo>
                  <a:pt x="66" y="85"/>
                </a:moveTo>
                <a:lnTo>
                  <a:pt x="19" y="85"/>
                </a:lnTo>
                <a:lnTo>
                  <a:pt x="19" y="76"/>
                </a:lnTo>
                <a:lnTo>
                  <a:pt x="66" y="76"/>
                </a:lnTo>
                <a:lnTo>
                  <a:pt x="66" y="85"/>
                </a:lnTo>
                <a:close/>
                <a:moveTo>
                  <a:pt x="66" y="66"/>
                </a:moveTo>
                <a:lnTo>
                  <a:pt x="19" y="66"/>
                </a:lnTo>
                <a:lnTo>
                  <a:pt x="19" y="57"/>
                </a:lnTo>
                <a:lnTo>
                  <a:pt x="66" y="57"/>
                </a:lnTo>
                <a:lnTo>
                  <a:pt x="66" y="66"/>
                </a:lnTo>
                <a:close/>
                <a:moveTo>
                  <a:pt x="66" y="47"/>
                </a:moveTo>
                <a:lnTo>
                  <a:pt x="19" y="47"/>
                </a:lnTo>
                <a:lnTo>
                  <a:pt x="19" y="38"/>
                </a:lnTo>
                <a:lnTo>
                  <a:pt x="66" y="38"/>
                </a:lnTo>
                <a:lnTo>
                  <a:pt x="66" y="47"/>
                </a:lnTo>
                <a:close/>
                <a:moveTo>
                  <a:pt x="66" y="29"/>
                </a:moveTo>
                <a:lnTo>
                  <a:pt x="19" y="29"/>
                </a:lnTo>
                <a:lnTo>
                  <a:pt x="19" y="19"/>
                </a:lnTo>
                <a:lnTo>
                  <a:pt x="66" y="19"/>
                </a:lnTo>
                <a:lnTo>
                  <a:pt x="66" y="29"/>
                </a:lnTo>
                <a:close/>
                <a:moveTo>
                  <a:pt x="113" y="133"/>
                </a:moveTo>
                <a:lnTo>
                  <a:pt x="95" y="133"/>
                </a:lnTo>
                <a:lnTo>
                  <a:pt x="95" y="114"/>
                </a:lnTo>
                <a:lnTo>
                  <a:pt x="113" y="114"/>
                </a:lnTo>
                <a:lnTo>
                  <a:pt x="113" y="133"/>
                </a:lnTo>
                <a:close/>
                <a:moveTo>
                  <a:pt x="113" y="104"/>
                </a:moveTo>
                <a:lnTo>
                  <a:pt x="95" y="104"/>
                </a:lnTo>
                <a:lnTo>
                  <a:pt x="95" y="85"/>
                </a:lnTo>
                <a:lnTo>
                  <a:pt x="113" y="85"/>
                </a:lnTo>
                <a:lnTo>
                  <a:pt x="113" y="104"/>
                </a:lnTo>
                <a:close/>
                <a:moveTo>
                  <a:pt x="113" y="76"/>
                </a:moveTo>
                <a:lnTo>
                  <a:pt x="95" y="76"/>
                </a:lnTo>
                <a:lnTo>
                  <a:pt x="95" y="57"/>
                </a:lnTo>
                <a:lnTo>
                  <a:pt x="113" y="57"/>
                </a:lnTo>
                <a:lnTo>
                  <a:pt x="113" y="76"/>
                </a:lnTo>
                <a:close/>
                <a:moveTo>
                  <a:pt x="142" y="133"/>
                </a:moveTo>
                <a:lnTo>
                  <a:pt x="123" y="133"/>
                </a:lnTo>
                <a:lnTo>
                  <a:pt x="123" y="114"/>
                </a:lnTo>
                <a:lnTo>
                  <a:pt x="142" y="114"/>
                </a:lnTo>
                <a:lnTo>
                  <a:pt x="142" y="133"/>
                </a:lnTo>
                <a:close/>
                <a:moveTo>
                  <a:pt x="142" y="104"/>
                </a:moveTo>
                <a:lnTo>
                  <a:pt x="123" y="104"/>
                </a:lnTo>
                <a:lnTo>
                  <a:pt x="123" y="85"/>
                </a:lnTo>
                <a:lnTo>
                  <a:pt x="142" y="85"/>
                </a:lnTo>
                <a:lnTo>
                  <a:pt x="142" y="104"/>
                </a:lnTo>
                <a:close/>
                <a:moveTo>
                  <a:pt x="142" y="76"/>
                </a:moveTo>
                <a:lnTo>
                  <a:pt x="123" y="76"/>
                </a:lnTo>
                <a:lnTo>
                  <a:pt x="123" y="57"/>
                </a:lnTo>
                <a:lnTo>
                  <a:pt x="142" y="57"/>
                </a:lnTo>
                <a:lnTo>
                  <a:pt x="142" y="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4" name="TextBox 13"/>
          <p:cNvSpPr txBox="1"/>
          <p:nvPr/>
        </p:nvSpPr>
        <p:spPr>
          <a:xfrm>
            <a:off x="1202927" y="4528135"/>
            <a:ext cx="10757497"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Khoa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Công</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nghệ</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thông</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tin,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Khu</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Công</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nghệ</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cao</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TP.HCM (SHTP),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Xa</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lộ</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Hà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Nội</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P.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Hiệp</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Phú</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TP.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Thủ</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Đức</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TP.HCM</a:t>
            </a:r>
          </a:p>
        </p:txBody>
      </p:sp>
    </p:spTree>
    <p:extLst>
      <p:ext uri="{BB962C8B-B14F-4D97-AF65-F5344CB8AC3E}">
        <p14:creationId xmlns:p14="http://schemas.microsoft.com/office/powerpoint/2010/main" val="27358316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265</TotalTime>
  <Words>472</Words>
  <Application>Microsoft Office PowerPoint</Application>
  <PresentationFormat>Widescreen</PresentationFormat>
  <Paragraphs>21</Paragraphs>
  <Slides>3</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vt:i4>
      </vt:variant>
    </vt:vector>
  </HeadingPairs>
  <TitlesOfParts>
    <vt:vector size="11" baseType="lpstr">
      <vt:lpstr>Aptos</vt:lpstr>
      <vt:lpstr>Aptos Display</vt:lpstr>
      <vt:lpstr>Arial</vt:lpstr>
      <vt:lpstr>Calibri</vt:lpstr>
      <vt:lpstr>Symbol</vt:lpstr>
      <vt:lpstr>Wingdings</vt:lpstr>
      <vt:lpstr>Office Theme</vt:lpstr>
      <vt:lpstr>1_Office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Võ Hoàng Khang</dc:creator>
  <cp:lastModifiedBy>Võ Hoàng Khang</cp:lastModifiedBy>
  <cp:revision>24</cp:revision>
  <dcterms:created xsi:type="dcterms:W3CDTF">2024-07-20T09:36:42Z</dcterms:created>
  <dcterms:modified xsi:type="dcterms:W3CDTF">2024-07-24T14:39:12Z</dcterms:modified>
</cp:coreProperties>
</file>