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3802" r:id="rId2"/>
  </p:sldMasterIdLst>
  <p:notesMasterIdLst>
    <p:notesMasterId r:id="rId88"/>
  </p:notesMasterIdLst>
  <p:handoutMasterIdLst>
    <p:handoutMasterId r:id="rId89"/>
  </p:handoutMasterIdLst>
  <p:sldIdLst>
    <p:sldId id="256" r:id="rId3"/>
    <p:sldId id="355" r:id="rId4"/>
    <p:sldId id="589" r:id="rId5"/>
    <p:sldId id="377" r:id="rId6"/>
    <p:sldId id="378" r:id="rId7"/>
    <p:sldId id="379" r:id="rId8"/>
    <p:sldId id="380" r:id="rId9"/>
    <p:sldId id="382" r:id="rId10"/>
    <p:sldId id="383" r:id="rId11"/>
    <p:sldId id="591" r:id="rId12"/>
    <p:sldId id="385" r:id="rId13"/>
    <p:sldId id="386" r:id="rId14"/>
    <p:sldId id="387" r:id="rId15"/>
    <p:sldId id="388" r:id="rId16"/>
    <p:sldId id="712" r:id="rId17"/>
    <p:sldId id="593" r:id="rId18"/>
    <p:sldId id="390" r:id="rId19"/>
    <p:sldId id="393" r:id="rId20"/>
    <p:sldId id="399" r:id="rId21"/>
    <p:sldId id="400" r:id="rId22"/>
    <p:sldId id="694" r:id="rId23"/>
    <p:sldId id="403" r:id="rId24"/>
    <p:sldId id="698" r:id="rId25"/>
    <p:sldId id="404" r:id="rId26"/>
    <p:sldId id="715" r:id="rId27"/>
    <p:sldId id="699" r:id="rId28"/>
    <p:sldId id="433" r:id="rId29"/>
    <p:sldId id="594" r:id="rId30"/>
    <p:sldId id="436" r:id="rId31"/>
    <p:sldId id="721" r:id="rId32"/>
    <p:sldId id="635" r:id="rId33"/>
    <p:sldId id="626" r:id="rId34"/>
    <p:sldId id="631" r:id="rId35"/>
    <p:sldId id="732" r:id="rId36"/>
    <p:sldId id="632" r:id="rId37"/>
    <p:sldId id="733" r:id="rId38"/>
    <p:sldId id="784" r:id="rId39"/>
    <p:sldId id="755" r:id="rId40"/>
    <p:sldId id="652" r:id="rId41"/>
    <p:sldId id="653" r:id="rId42"/>
    <p:sldId id="654" r:id="rId43"/>
    <p:sldId id="655" r:id="rId44"/>
    <p:sldId id="724" r:id="rId45"/>
    <p:sldId id="725" r:id="rId46"/>
    <p:sldId id="736" r:id="rId47"/>
    <p:sldId id="738" r:id="rId48"/>
    <p:sldId id="739" r:id="rId49"/>
    <p:sldId id="442" r:id="rId50"/>
    <p:sldId id="595" r:id="rId51"/>
    <p:sldId id="443" r:id="rId52"/>
    <p:sldId id="741" r:id="rId53"/>
    <p:sldId id="760" r:id="rId54"/>
    <p:sldId id="788" r:id="rId55"/>
    <p:sldId id="446" r:id="rId56"/>
    <p:sldId id="745" r:id="rId57"/>
    <p:sldId id="746" r:id="rId58"/>
    <p:sldId id="761" r:id="rId59"/>
    <p:sldId id="449" r:id="rId60"/>
    <p:sldId id="450" r:id="rId61"/>
    <p:sldId id="451" r:id="rId62"/>
    <p:sldId id="786" r:id="rId63"/>
    <p:sldId id="787" r:id="rId64"/>
    <p:sldId id="700" r:id="rId65"/>
    <p:sldId id="770" r:id="rId66"/>
    <p:sldId id="774" r:id="rId67"/>
    <p:sldId id="778" r:id="rId68"/>
    <p:sldId id="779" r:id="rId69"/>
    <p:sldId id="780" r:id="rId70"/>
    <p:sldId id="781" r:id="rId71"/>
    <p:sldId id="782" r:id="rId72"/>
    <p:sldId id="783" r:id="rId73"/>
    <p:sldId id="790" r:id="rId74"/>
    <p:sldId id="454" r:id="rId75"/>
    <p:sldId id="455" r:id="rId76"/>
    <p:sldId id="456" r:id="rId77"/>
    <p:sldId id="457" r:id="rId78"/>
    <p:sldId id="458" r:id="rId79"/>
    <p:sldId id="459" r:id="rId80"/>
    <p:sldId id="461" r:id="rId81"/>
    <p:sldId id="637" r:id="rId82"/>
    <p:sldId id="638" r:id="rId83"/>
    <p:sldId id="478" r:id="rId84"/>
    <p:sldId id="479" r:id="rId85"/>
    <p:sldId id="599" r:id="rId86"/>
    <p:sldId id="480" r:id="rId87"/>
  </p:sldIdLst>
  <p:sldSz cx="12192000" cy="6858000"/>
  <p:notesSz cx="6799263" cy="9929813"/>
  <p:custDataLst>
    <p:tags r:id="rId9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000092"/>
    <a:srgbClr val="FF0000"/>
    <a:srgbClr val="FFCCCC"/>
    <a:srgbClr val="D5DFFF"/>
    <a:srgbClr val="FFF5D9"/>
    <a:srgbClr val="005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92FA6-00B6-7D4D-926E-9BB927DA3AED}" v="2" dt="2024-09-05T08:31:52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9" autoAdjust="0"/>
    <p:restoredTop sz="95625" autoAdjust="0"/>
  </p:normalViewPr>
  <p:slideViewPr>
    <p:cSldViewPr>
      <p:cViewPr varScale="1">
        <p:scale>
          <a:sx n="101" d="100"/>
          <a:sy n="101" d="100"/>
        </p:scale>
        <p:origin x="140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0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ags" Target="tags/tag1.xml"/><Relationship Id="rId95" Type="http://schemas.microsoft.com/office/2016/11/relationships/changesInfo" Target="changesInfos/changesInfo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ong Le" userId="f8569024f142342c" providerId="LiveId" clId="{70192FA6-00B6-7D4D-926E-9BB927DA3AED}"/>
    <pc:docChg chg="addSld delSld modSld sldOrd">
      <pc:chgData name="Tuong Le" userId="f8569024f142342c" providerId="LiveId" clId="{70192FA6-00B6-7D4D-926E-9BB927DA3AED}" dt="2024-09-05T08:32:04.619" v="105" actId="122"/>
      <pc:docMkLst>
        <pc:docMk/>
      </pc:docMkLst>
      <pc:sldChg chg="modSp mod">
        <pc:chgData name="Tuong Le" userId="f8569024f142342c" providerId="LiveId" clId="{70192FA6-00B6-7D4D-926E-9BB927DA3AED}" dt="2024-09-05T08:28:56.258" v="1" actId="20577"/>
        <pc:sldMkLst>
          <pc:docMk/>
          <pc:sldMk cId="0" sldId="589"/>
        </pc:sldMkLst>
        <pc:spChg chg="mod">
          <ac:chgData name="Tuong Le" userId="f8569024f142342c" providerId="LiveId" clId="{70192FA6-00B6-7D4D-926E-9BB927DA3AED}" dt="2024-09-05T08:28:56.258" v="1" actId="20577"/>
          <ac:spMkLst>
            <pc:docMk/>
            <pc:sldMk cId="0" sldId="589"/>
            <ac:spMk id="48134" creationId="{00000000-0000-0000-0000-000000000000}"/>
          </ac:spMkLst>
        </pc:spChg>
      </pc:sldChg>
      <pc:sldChg chg="modSp add mod">
        <pc:chgData name="Tuong Le" userId="f8569024f142342c" providerId="LiveId" clId="{70192FA6-00B6-7D4D-926E-9BB927DA3AED}" dt="2024-09-05T08:32:04.619" v="105" actId="122"/>
        <pc:sldMkLst>
          <pc:docMk/>
          <pc:sldMk cId="1185325229" sldId="784"/>
        </pc:sldMkLst>
        <pc:spChg chg="mod">
          <ac:chgData name="Tuong Le" userId="f8569024f142342c" providerId="LiveId" clId="{70192FA6-00B6-7D4D-926E-9BB927DA3AED}" dt="2024-09-05T08:32:04.619" v="105" actId="122"/>
          <ac:spMkLst>
            <pc:docMk/>
            <pc:sldMk cId="1185325229" sldId="784"/>
            <ac:spMk id="93189" creationId="{40C56559-E392-0C39-8AB4-595C2263A402}"/>
          </ac:spMkLst>
        </pc:spChg>
      </pc:sldChg>
      <pc:sldChg chg="addSp delSp modSp new del mod ord">
        <pc:chgData name="Tuong Le" userId="f8569024f142342c" providerId="LiveId" clId="{70192FA6-00B6-7D4D-926E-9BB927DA3AED}" dt="2024-09-05T08:31:33.605" v="64" actId="2696"/>
        <pc:sldMkLst>
          <pc:docMk/>
          <pc:sldMk cId="3653571233" sldId="784"/>
        </pc:sldMkLst>
        <pc:spChg chg="mod">
          <ac:chgData name="Tuong Le" userId="f8569024f142342c" providerId="LiveId" clId="{70192FA6-00B6-7D4D-926E-9BB927DA3AED}" dt="2024-09-05T08:30:47.948" v="59" actId="1076"/>
          <ac:spMkLst>
            <pc:docMk/>
            <pc:sldMk cId="3653571233" sldId="784"/>
            <ac:spMk id="2" creationId="{002094E6-F383-BC27-37B5-8B10A1CE93B0}"/>
          </ac:spMkLst>
        </pc:spChg>
        <pc:spChg chg="mod">
          <ac:chgData name="Tuong Le" userId="f8569024f142342c" providerId="LiveId" clId="{70192FA6-00B6-7D4D-926E-9BB927DA3AED}" dt="2024-09-05T08:30:43.428" v="57" actId="1076"/>
          <ac:spMkLst>
            <pc:docMk/>
            <pc:sldMk cId="3653571233" sldId="784"/>
            <ac:spMk id="3" creationId="{717029AB-9651-09F2-1591-0B2C2F7A978F}"/>
          </ac:spMkLst>
        </pc:spChg>
        <pc:spChg chg="add del mod">
          <ac:chgData name="Tuong Le" userId="f8569024f142342c" providerId="LiveId" clId="{70192FA6-00B6-7D4D-926E-9BB927DA3AED}" dt="2024-09-05T08:30:52.677" v="61"/>
          <ac:spMkLst>
            <pc:docMk/>
            <pc:sldMk cId="3653571233" sldId="784"/>
            <ac:spMk id="5" creationId="{6DA19D8F-B00C-4D94-4DFF-D29583E5E972}"/>
          </ac:spMkLst>
        </pc:spChg>
      </pc:sldChg>
      <pc:sldChg chg="new del">
        <pc:chgData name="Tuong Le" userId="f8569024f142342c" providerId="LiveId" clId="{70192FA6-00B6-7D4D-926E-9BB927DA3AED}" dt="2024-09-05T08:31:33.600" v="63" actId="2696"/>
        <pc:sldMkLst>
          <pc:docMk/>
          <pc:sldMk cId="1814484702" sldId="7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481" y="0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967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481" y="9431967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BF04218-175A-4350-9C66-0FCA65FE4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649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81" y="0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5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8287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312" y="4715984"/>
            <a:ext cx="5440640" cy="4468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967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81" y="9431967"/>
            <a:ext cx="2946245" cy="49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875AC726-2702-4EF8-BE24-508CF33D16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629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AB1F8-09C8-406A-A6BD-45752E6A5B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8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B535A-D382-4416-A167-C3DB383E5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67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3BA47-C323-46A4-ACF8-F39E8FECA4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1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13EC0-D54D-4AFA-9A98-DD3901644E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9B71F-3C51-4F99-AE5C-59B8091CC0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5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5C56-1B09-4195-BCD1-26399B415D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940F97-43F5-4258-B03A-03DF6126AA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8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69812-E364-40E0-AA9E-00D1E6006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3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FED95-657D-411B-82C9-C03C6073E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4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5894E-E203-433E-B0B2-1195B13356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1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04801"/>
            <a:ext cx="2743200" cy="5821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21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48502-421F-4AAD-9C8D-357E95945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9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1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19BBE-DB18-4CEF-892E-E3DEA354A5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642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06E2-84A2-3912-8794-EE1D8C7A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E80FA-E1D1-0B0C-2070-EC562D8EB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C0ADD-8651-7556-A09B-F31DD709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47A-F809-46AE-80D6-017346A053D1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D0361-59B8-40DC-6AC4-E42DCDD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D0D52-6EDC-80EB-34E5-CDE146B7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2586-E908-4415-AF12-973749808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65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2085-A8F3-1B84-C023-552C4E90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2556-9FAE-5420-9C8B-CC1B3662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39E95-7C80-38AD-3C5D-1381B792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47A-F809-46AE-80D6-017346A053D1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FEF5C-ED82-B629-B589-1AFA82BB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352C-5F00-A2A8-9B27-9BCC87F5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2586-E908-4415-AF12-973749808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49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7F8D-786F-DFAE-A144-41226A59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8E737-A0DE-BCBE-4129-BBEED608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972A8-D3D0-E462-9510-626F2952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CEEAB-363F-32EC-E71D-45B4DF07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84528-3E72-B3FE-5D8C-5D29F74B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83BA47-C323-46A4-ACF8-F39E8FECA43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53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16F6-5635-415A-85D1-7F126222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0A436-56EA-ECEA-EF9A-4315C16B3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39299-03F0-0935-259F-AB8D79404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3AE24-0523-1604-51EA-1664A3F8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52A86-E26F-B62D-F88F-DF1127D3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9AE6F-662D-7A68-3A98-5760E456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13EC0-D54D-4AFA-9A98-DD3901644E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96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233C-6142-981B-A05D-4E592642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35AA8-6F70-08B1-812B-146363958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32B66-1740-4E4C-3C7F-7AF8CA1F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D47D7-E390-9D4E-60BB-F3E0C3F4E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792C2-D0B8-4C29-70BF-F6A3CA56E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70E38-DFE8-B3CE-6732-287A2659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4B441-FAD1-54F6-614B-30634C22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83290-642E-EAB7-DA32-2E2A1811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69B71F-3C51-4F99-AE5C-59B8091CC0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94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1396C-35DA-3AB2-0125-73FFB9D1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03782-7F8E-D1DE-FA56-F09B2244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8B17A-8135-A51E-C541-66EDAFDDC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AFBC-7B0E-2C87-78B7-14405BD3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785C56-1B09-4195-BCD1-26399B415D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338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79616-0687-6E11-4A9E-0A94F636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02BD66-E032-52D2-E133-023E15FD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21E6D-B25F-B424-CD86-EBF74D25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14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F7FB-6B69-045E-5EEB-B5B13114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DBB87-028C-C50A-2430-5C6E63A03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4FD87-1B61-8452-0B90-17C1E6A0A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0EE1A-4A7C-CE79-67CE-7D023F85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FD394-C88B-9B79-17A5-F7525DCF8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B3D04-1F04-78D9-8F06-67CE5FE3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9812-E364-40E0-AA9E-00D1E60060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123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6ECE-7FD4-363F-E26D-77A7DA98D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53FA8-DB7D-BF04-7917-82BF332DE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2C512-D651-6F80-D43C-6BE34E8F0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982AD-84E8-3A16-4062-FB3C36F0D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0347D-6CDD-7A38-9742-0A00833E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90B97-13EB-5D53-CAF0-EE896091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9FED95-657D-411B-82C9-C03C6073ED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27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0878-9005-FF86-C46A-2310F77B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A6981-9317-47A9-39D4-40490F946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8DCD7-3172-F5BD-85E1-2BCE082F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D1C69-4028-6032-B014-B53088AE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682CE-02A6-3776-FB0B-E9D90486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F5894E-E203-433E-B0B2-1195B13356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23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CB2CC-BCDD-0B89-20AB-210A517F5A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C530D-DED8-2163-D52A-6FA81A26B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D2495-3F2A-045E-2F3E-A13643FB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D01A-69B7-F604-7996-595D6879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83ED-4750-AA29-819C-9ADCF3EE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A48502-421F-4AAD-9C8D-357E959457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05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1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19BBE-DB18-4CEF-892E-E3DEA354A5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104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80">
          <a:fgClr>
            <a:schemeClr val="bg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77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777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7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FE152F4C-118F-4EC9-AE11-FB28E884B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77223" name="Rectangle 7"/>
          <p:cNvSpPr>
            <a:spLocks noChangeArrowheads="1"/>
          </p:cNvSpPr>
          <p:nvPr/>
        </p:nvSpPr>
        <p:spPr bwMode="auto">
          <a:xfrm rot="5400000">
            <a:off x="-3378200" y="3378200"/>
            <a:ext cx="6858000" cy="1016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7224" name="Rectangle 7"/>
          <p:cNvSpPr>
            <a:spLocks noChangeArrowheads="1"/>
          </p:cNvSpPr>
          <p:nvPr/>
        </p:nvSpPr>
        <p:spPr bwMode="auto">
          <a:xfrm rot="5400000">
            <a:off x="8712200" y="3378200"/>
            <a:ext cx="6858000" cy="1016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7225" name="Rectangle 7"/>
          <p:cNvSpPr>
            <a:spLocks noChangeArrowheads="1"/>
          </p:cNvSpPr>
          <p:nvPr/>
        </p:nvSpPr>
        <p:spPr bwMode="auto"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7226" name="Rectangle 7"/>
          <p:cNvSpPr>
            <a:spLocks noChangeArrowheads="1"/>
          </p:cNvSpPr>
          <p:nvPr/>
        </p:nvSpPr>
        <p:spPr bwMode="auto"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5028"/>
        </a:buClr>
        <a:buChar char="o"/>
        <a:defRPr sz="3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5BF6D-EFB1-A540-B77E-C27265C7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8783A-8EC7-CDFD-7F9D-7A0B2663A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F122E-9C23-07A8-334F-CE0DD4E7D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044B3-3B10-CEF6-0164-CF03AEA8F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A9467-6B83-FD9D-C0E1-96C454212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E152F4C-118F-4EC9-AE11-FB28E884B49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5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hyperlink" Target="http://images.google.com/imgres?imgurl=www.rnib.org.uk/leisure/images/maze.jpg&amp;imgrefurl=http://www.rnib.org.uk/leisure/arts.htm&amp;h=179&amp;w=252&amp;prev=/images?q=maze&amp;svnum=10&amp;hl=en&amp;lr=&amp;ie=UTF-8&amp;oe=UTF-8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://images.google.com/imgres?imgurl=www.cse.unsw.edu.au/~cs9414/Exercises/img1-2.png&amp;imgrefurl=http://www.cse.unsw.edu.au/~cs9414/Exercises/tute1.html&amp;h=223&amp;w=223&amp;prev=/images?q=8-puzzle&amp;svnum=10&amp;hl=en&amp;lr=&amp;ie=UTF-8&amp;oe=UTF-8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://images.google.com/imgres?imgurl=www2.evansville.edu/ck6/bstud/hanoi.jpg&amp;imgrefurl=http://www2.evansville.edu/ck6/bstud/lucas.html&amp;h=235&amp;w=432&amp;prev=/images?q=towers+of+hanoi&amp;svnum=10&amp;hl=en&amp;lr=&amp;ie=UTF-8&amp;oe=UTF-8&amp;sa=N" TargetMode="External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0AC1447-B2F4-AFC8-53AA-663638E4C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106680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vi-VN" sz="6600" b="1" dirty="0">
                <a:solidFill>
                  <a:srgbClr val="C00000"/>
                </a:solidFill>
                <a:cs typeface="+mj-cs"/>
              </a:rPr>
              <a:t>CÁC PHƯƠNG PHÁP TÌM KIẾM LỜI GIẢI</a:t>
            </a:r>
            <a:endParaRPr lang="en-US" sz="6600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26129C48-C2F8-7400-7A38-37BEA02F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2BAA5-AD17-5966-A7B0-E7F42B747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E032BD-CD9D-A75B-F23A-BD1527B5E337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74CD539-2EBF-E8E7-D416-0F7EAA0F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338794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 dirty="0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20200" y="6338794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 dirty="0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4038600" y="838200"/>
            <a:ext cx="2743200" cy="606425"/>
          </a:xfrm>
        </p:spPr>
        <p:txBody>
          <a:bodyPr anchor="b">
            <a:normAutofit/>
          </a:bodyPr>
          <a:lstStyle/>
          <a:p>
            <a:r>
              <a:rPr lang="en-US" sz="3200" b="1" cap="all" spc="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2000" y="1581194"/>
            <a:ext cx="7543800" cy="3352800"/>
          </a:xfrm>
          <a:ln>
            <a:noFill/>
          </a:ln>
        </p:spPr>
        <p:txBody>
          <a:bodyPr>
            <a:normAutofit fontScale="92500"/>
          </a:bodyPr>
          <a:lstStyle/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THUẬT GIẢI TÔ MÀU ĐỒ THỊ.</a:t>
            </a:r>
          </a:p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THUẬT GIẢI TÌM KIẾM TRÊN ĐỒ THỊ.</a:t>
            </a:r>
          </a:p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DIỄN VÀ XỬ LÝ TRI THỨC.</a:t>
            </a:r>
          </a:p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2F2585-FBD4-3BED-F50D-2DF614C9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66D3AE-21FD-4640-38DC-1FE703471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8F59AE-AAE5-D8E8-8DDB-B5BE2008A53B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5"/>
          <p:cNvSpPr>
            <a:spLocks noChangeArrowheads="1"/>
          </p:cNvSpPr>
          <p:nvPr/>
        </p:nvSpPr>
        <p:spPr bwMode="auto">
          <a:xfrm>
            <a:off x="2138364" y="547688"/>
            <a:ext cx="30813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3200" b="1" dirty="0" err="1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Chương</a:t>
            </a:r>
            <a:r>
              <a:rPr lang="en-US" sz="3200" b="1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II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676400" y="2130426"/>
            <a:ext cx="8686800" cy="1470025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sz="5500" dirty="0">
                <a:solidFill>
                  <a:srgbClr val="C00000"/>
                </a:solidFill>
                <a:ea typeface="MS PGothic" pitchFamily="34" charset="-128"/>
              </a:rPr>
              <a:t>CÁC THUẬT GIẢI </a:t>
            </a:r>
            <a:br>
              <a:rPr lang="en-US" sz="5500" dirty="0">
                <a:solidFill>
                  <a:srgbClr val="C00000"/>
                </a:solidFill>
                <a:ea typeface="MS PGothic" pitchFamily="34" charset="-128"/>
              </a:rPr>
            </a:br>
            <a:r>
              <a:rPr lang="en-US" sz="5500" dirty="0">
                <a:solidFill>
                  <a:srgbClr val="C00000"/>
                </a:solidFill>
                <a:ea typeface="MS PGothic" pitchFamily="34" charset="-128"/>
              </a:rPr>
              <a:t>TÌM KIẾM TRÊN ĐỒ THỊ</a:t>
            </a:r>
          </a:p>
        </p:txBody>
      </p:sp>
      <p:sp>
        <p:nvSpPr>
          <p:cNvPr id="48134" name="Rectangle 5"/>
          <p:cNvSpPr>
            <a:spLocks noChangeArrowheads="1"/>
          </p:cNvSpPr>
          <p:nvPr/>
        </p:nvSpPr>
        <p:spPr bwMode="auto">
          <a:xfrm>
            <a:off x="7620000" y="609600"/>
            <a:ext cx="27432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3200" b="1" dirty="0" err="1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Phần</a:t>
            </a:r>
            <a:r>
              <a:rPr lang="en-US" sz="3200" b="1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1 (2)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5CB40DC-9270-247E-7E1D-BC7EF863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338794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 dirty="0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718527D-1ADB-CC9A-440C-1DEEB73B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A566E-F557-240F-0D75-61EFE2C92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CD13C4-F3CB-B987-483A-66B307939AC3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291F1025-EAD3-49F8-9FE8-B6C49FD6327F}" type="slidenum">
              <a:rPr lang="en-US" altLang="en-US" smtClean="0">
                <a:latin typeface="Garamond" pitchFamily="18" charset="0"/>
              </a:rPr>
              <a:pPr eaLnBrk="1" hangingPunct="1"/>
              <a:t>4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92650" y="304800"/>
            <a:ext cx="7499350" cy="114300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sz="4000" dirty="0" err="1">
                <a:solidFill>
                  <a:srgbClr val="C00000"/>
                </a:solidFill>
              </a:rPr>
              <a:t>Nội</a:t>
            </a:r>
            <a:r>
              <a:rPr lang="en-US" sz="4000" dirty="0">
                <a:solidFill>
                  <a:srgbClr val="C00000"/>
                </a:solidFill>
              </a:rPr>
              <a:t> dung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71600" y="2073280"/>
            <a:ext cx="7499350" cy="4027487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Theo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Theo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0FCC54-1941-DA56-9C2F-C8D609A58B5A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EAA254F-7B42-138B-1645-D3FF31D0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ECBF2-2143-46BC-0640-C02211E87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921FE2-B29D-20FA-DB16-76428284A73E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2B9F75AE-9C57-4FD7-8D49-C190B273A1EF}" type="slidenum">
              <a:rPr lang="en-US" altLang="en-US" smtClean="0">
                <a:latin typeface="Garamond" pitchFamily="18" charset="0"/>
              </a:rPr>
              <a:pPr eaLnBrk="1" hangingPunct="1"/>
              <a:t>5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5018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9361" y="93990"/>
            <a:ext cx="6438900" cy="944563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I. </a:t>
            </a:r>
            <a:r>
              <a:rPr lang="en-US" dirty="0" err="1">
                <a:solidFill>
                  <a:srgbClr val="C00000"/>
                </a:solidFill>
              </a:rPr>
              <a:t>Bài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toán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tìm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kiếm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95661" y="4977461"/>
            <a:ext cx="11125200" cy="102076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START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GOAL?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ít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bao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nhiêu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grpSp>
        <p:nvGrpSpPr>
          <p:cNvPr id="50183" name="Group 39"/>
          <p:cNvGrpSpPr>
            <a:grpSpLocks/>
          </p:cNvGrpSpPr>
          <p:nvPr/>
        </p:nvGrpSpPr>
        <p:grpSpPr bwMode="auto">
          <a:xfrm>
            <a:off x="2819400" y="914400"/>
            <a:ext cx="6934200" cy="4038600"/>
            <a:chOff x="990600" y="1143000"/>
            <a:chExt cx="6934200" cy="4038600"/>
          </a:xfrm>
        </p:grpSpPr>
        <p:sp>
          <p:nvSpPr>
            <p:cNvPr id="50186" name="AutoShape 11"/>
            <p:cNvSpPr>
              <a:spLocks noChangeArrowheads="1"/>
            </p:cNvSpPr>
            <p:nvPr/>
          </p:nvSpPr>
          <p:spPr bwMode="auto">
            <a:xfrm>
              <a:off x="990600" y="3510455"/>
              <a:ext cx="686554" cy="69631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latin typeface="Arial" pitchFamily="34" charset="0"/>
                </a:rPr>
                <a:t>S</a:t>
              </a:r>
            </a:p>
          </p:txBody>
        </p:sp>
        <p:sp>
          <p:nvSpPr>
            <p:cNvPr id="50187" name="AutoShape 12"/>
            <p:cNvSpPr>
              <a:spLocks noChangeArrowheads="1"/>
            </p:cNvSpPr>
            <p:nvPr/>
          </p:nvSpPr>
          <p:spPr bwMode="auto">
            <a:xfrm>
              <a:off x="7238246" y="1143000"/>
              <a:ext cx="686554" cy="69631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Arial" pitchFamily="34" charset="0"/>
                </a:rPr>
                <a:t>G</a:t>
              </a:r>
            </a:p>
          </p:txBody>
        </p:sp>
        <p:sp>
          <p:nvSpPr>
            <p:cNvPr id="50188" name="AutoShape 13"/>
            <p:cNvSpPr>
              <a:spLocks noChangeArrowheads="1"/>
            </p:cNvSpPr>
            <p:nvPr/>
          </p:nvSpPr>
          <p:spPr bwMode="auto">
            <a:xfrm>
              <a:off x="2981608" y="2883776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d</a:t>
              </a:r>
            </a:p>
          </p:txBody>
        </p:sp>
        <p:sp>
          <p:nvSpPr>
            <p:cNvPr id="50189" name="AutoShape 14"/>
            <p:cNvSpPr>
              <a:spLocks noChangeArrowheads="1"/>
            </p:cNvSpPr>
            <p:nvPr/>
          </p:nvSpPr>
          <p:spPr bwMode="auto">
            <a:xfrm>
              <a:off x="1539844" y="1839310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b</a:t>
              </a:r>
            </a:p>
          </p:txBody>
        </p:sp>
        <p:sp>
          <p:nvSpPr>
            <p:cNvPr id="50190" name="AutoShape 15"/>
            <p:cNvSpPr>
              <a:spLocks noChangeArrowheads="1"/>
            </p:cNvSpPr>
            <p:nvPr/>
          </p:nvSpPr>
          <p:spPr bwMode="auto">
            <a:xfrm>
              <a:off x="2226398" y="4276397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p</a:t>
              </a:r>
            </a:p>
          </p:txBody>
        </p:sp>
        <p:sp>
          <p:nvSpPr>
            <p:cNvPr id="50191" name="AutoShape 16"/>
            <p:cNvSpPr>
              <a:spLocks noChangeArrowheads="1"/>
            </p:cNvSpPr>
            <p:nvPr/>
          </p:nvSpPr>
          <p:spPr bwMode="auto">
            <a:xfrm>
              <a:off x="3874129" y="4485290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q</a:t>
              </a:r>
            </a:p>
          </p:txBody>
        </p:sp>
        <p:sp>
          <p:nvSpPr>
            <p:cNvPr id="50192" name="AutoShape 17"/>
            <p:cNvSpPr>
              <a:spLocks noChangeArrowheads="1"/>
            </p:cNvSpPr>
            <p:nvPr/>
          </p:nvSpPr>
          <p:spPr bwMode="auto">
            <a:xfrm>
              <a:off x="4629339" y="1769679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c</a:t>
              </a:r>
            </a:p>
          </p:txBody>
        </p:sp>
        <p:sp>
          <p:nvSpPr>
            <p:cNvPr id="50193" name="AutoShape 18"/>
            <p:cNvSpPr>
              <a:spLocks noChangeArrowheads="1"/>
            </p:cNvSpPr>
            <p:nvPr/>
          </p:nvSpPr>
          <p:spPr bwMode="auto">
            <a:xfrm>
              <a:off x="5590515" y="2605252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e</a:t>
              </a:r>
            </a:p>
          </p:txBody>
        </p:sp>
        <p:sp>
          <p:nvSpPr>
            <p:cNvPr id="50194" name="AutoShape 19"/>
            <p:cNvSpPr>
              <a:spLocks noChangeArrowheads="1"/>
            </p:cNvSpPr>
            <p:nvPr/>
          </p:nvSpPr>
          <p:spPr bwMode="auto">
            <a:xfrm>
              <a:off x="5041271" y="3580086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h</a:t>
              </a:r>
            </a:p>
          </p:txBody>
        </p:sp>
        <p:sp>
          <p:nvSpPr>
            <p:cNvPr id="50195" name="AutoShape 20"/>
            <p:cNvSpPr>
              <a:spLocks noChangeArrowheads="1"/>
            </p:cNvSpPr>
            <p:nvPr/>
          </p:nvSpPr>
          <p:spPr bwMode="auto">
            <a:xfrm>
              <a:off x="2775642" y="1212631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50196" name="AutoShape 21"/>
            <p:cNvSpPr>
              <a:spLocks noChangeArrowheads="1"/>
            </p:cNvSpPr>
            <p:nvPr/>
          </p:nvSpPr>
          <p:spPr bwMode="auto">
            <a:xfrm>
              <a:off x="7032279" y="3023038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50197" name="AutoShape 22"/>
            <p:cNvSpPr>
              <a:spLocks noChangeArrowheads="1"/>
            </p:cNvSpPr>
            <p:nvPr/>
          </p:nvSpPr>
          <p:spPr bwMode="auto">
            <a:xfrm>
              <a:off x="6757657" y="4276397"/>
              <a:ext cx="686554" cy="69631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50198" name="AutoShape 23"/>
            <p:cNvCxnSpPr>
              <a:cxnSpLocks noChangeShapeType="1"/>
              <a:stCxn id="50186" idx="5"/>
              <a:endCxn id="50190" idx="2"/>
            </p:cNvCxnSpPr>
            <p:nvPr/>
          </p:nvCxnSpPr>
          <p:spPr bwMode="auto">
            <a:xfrm>
              <a:off x="1577032" y="4105220"/>
              <a:ext cx="649366" cy="519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99" name="AutoShape 24"/>
            <p:cNvCxnSpPr>
              <a:cxnSpLocks noChangeShapeType="1"/>
              <a:stCxn id="50190" idx="5"/>
              <a:endCxn id="50191" idx="2"/>
            </p:cNvCxnSpPr>
            <p:nvPr/>
          </p:nvCxnSpPr>
          <p:spPr bwMode="auto">
            <a:xfrm flipV="1">
              <a:off x="2812830" y="4833445"/>
              <a:ext cx="1061299" cy="377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0" name="AutoShape 25"/>
            <p:cNvCxnSpPr>
              <a:cxnSpLocks noChangeShapeType="1"/>
              <a:stCxn id="50194" idx="3"/>
              <a:endCxn id="50191" idx="7"/>
            </p:cNvCxnSpPr>
            <p:nvPr/>
          </p:nvCxnSpPr>
          <p:spPr bwMode="auto">
            <a:xfrm flipH="1">
              <a:off x="4460561" y="4174851"/>
              <a:ext cx="680833" cy="4119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1" name="AutoShape 26"/>
            <p:cNvCxnSpPr>
              <a:cxnSpLocks noChangeShapeType="1"/>
              <a:stCxn id="50194" idx="2"/>
              <a:endCxn id="50190" idx="6"/>
            </p:cNvCxnSpPr>
            <p:nvPr/>
          </p:nvCxnSpPr>
          <p:spPr bwMode="auto">
            <a:xfrm flipH="1">
              <a:off x="2912952" y="3928241"/>
              <a:ext cx="2128319" cy="6963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2" name="AutoShape 27"/>
            <p:cNvCxnSpPr>
              <a:cxnSpLocks noChangeShapeType="1"/>
              <a:stCxn id="50193" idx="4"/>
              <a:endCxn id="50194" idx="7"/>
            </p:cNvCxnSpPr>
            <p:nvPr/>
          </p:nvCxnSpPr>
          <p:spPr bwMode="auto">
            <a:xfrm flipH="1">
              <a:off x="5627703" y="3301562"/>
              <a:ext cx="306089" cy="3800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3" name="AutoShape 28"/>
            <p:cNvCxnSpPr>
              <a:cxnSpLocks noChangeShapeType="1"/>
              <a:stCxn id="50193" idx="5"/>
              <a:endCxn id="50197" idx="1"/>
            </p:cNvCxnSpPr>
            <p:nvPr/>
          </p:nvCxnSpPr>
          <p:spPr bwMode="auto">
            <a:xfrm>
              <a:off x="6176947" y="3200017"/>
              <a:ext cx="680833" cy="11779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4" name="AutoShape 29"/>
            <p:cNvCxnSpPr>
              <a:cxnSpLocks noChangeShapeType="1"/>
              <a:stCxn id="50197" idx="0"/>
              <a:endCxn id="50196" idx="4"/>
            </p:cNvCxnSpPr>
            <p:nvPr/>
          </p:nvCxnSpPr>
          <p:spPr bwMode="auto">
            <a:xfrm flipV="1">
              <a:off x="7100935" y="3719348"/>
              <a:ext cx="274622" cy="5570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5" name="AutoShape 30"/>
            <p:cNvCxnSpPr>
              <a:cxnSpLocks noChangeShapeType="1"/>
              <a:stCxn id="50196" idx="0"/>
              <a:endCxn id="50187" idx="4"/>
            </p:cNvCxnSpPr>
            <p:nvPr/>
          </p:nvCxnSpPr>
          <p:spPr bwMode="auto">
            <a:xfrm flipV="1">
              <a:off x="7375556" y="1839310"/>
              <a:ext cx="205966" cy="11837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6" name="AutoShape 31"/>
            <p:cNvCxnSpPr>
              <a:cxnSpLocks noChangeShapeType="1"/>
              <a:stCxn id="50186" idx="7"/>
            </p:cNvCxnSpPr>
            <p:nvPr/>
          </p:nvCxnSpPr>
          <p:spPr bwMode="auto">
            <a:xfrm flipV="1">
              <a:off x="1577032" y="3231931"/>
              <a:ext cx="1404576" cy="3800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7" name="AutoShape 32"/>
            <p:cNvCxnSpPr>
              <a:cxnSpLocks noChangeShapeType="1"/>
              <a:stCxn id="50188" idx="1"/>
              <a:endCxn id="50189" idx="5"/>
            </p:cNvCxnSpPr>
            <p:nvPr/>
          </p:nvCxnSpPr>
          <p:spPr bwMode="auto">
            <a:xfrm flipH="1" flipV="1">
              <a:off x="2126275" y="2434075"/>
              <a:ext cx="955455" cy="5512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8" name="AutoShape 33"/>
            <p:cNvCxnSpPr>
              <a:cxnSpLocks noChangeShapeType="1"/>
              <a:endCxn id="50195" idx="2"/>
            </p:cNvCxnSpPr>
            <p:nvPr/>
          </p:nvCxnSpPr>
          <p:spPr bwMode="auto">
            <a:xfrm flipV="1">
              <a:off x="2157743" y="1560786"/>
              <a:ext cx="617899" cy="3800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09" name="AutoShape 34"/>
            <p:cNvCxnSpPr>
              <a:cxnSpLocks noChangeShapeType="1"/>
              <a:stCxn id="50192" idx="2"/>
              <a:endCxn id="50195" idx="6"/>
            </p:cNvCxnSpPr>
            <p:nvPr/>
          </p:nvCxnSpPr>
          <p:spPr bwMode="auto">
            <a:xfrm flipH="1" flipV="1">
              <a:off x="3462196" y="1560786"/>
              <a:ext cx="1167143" cy="5570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0" name="AutoShape 35"/>
            <p:cNvCxnSpPr>
              <a:cxnSpLocks noChangeShapeType="1"/>
              <a:stCxn id="50188" idx="7"/>
              <a:endCxn id="50192" idx="3"/>
            </p:cNvCxnSpPr>
            <p:nvPr/>
          </p:nvCxnSpPr>
          <p:spPr bwMode="auto">
            <a:xfrm flipV="1">
              <a:off x="3568040" y="2364444"/>
              <a:ext cx="1161421" cy="62087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1" name="AutoShape 36"/>
            <p:cNvCxnSpPr>
              <a:cxnSpLocks noChangeShapeType="1"/>
              <a:stCxn id="50188" idx="6"/>
              <a:endCxn id="50193" idx="2"/>
            </p:cNvCxnSpPr>
            <p:nvPr/>
          </p:nvCxnSpPr>
          <p:spPr bwMode="auto">
            <a:xfrm flipV="1">
              <a:off x="3668162" y="2953407"/>
              <a:ext cx="1922352" cy="2785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2" name="AutoShape 37"/>
            <p:cNvCxnSpPr>
              <a:cxnSpLocks noChangeShapeType="1"/>
              <a:stCxn id="50196" idx="1"/>
              <a:endCxn id="50192" idx="6"/>
            </p:cNvCxnSpPr>
            <p:nvPr/>
          </p:nvCxnSpPr>
          <p:spPr bwMode="auto">
            <a:xfrm rot="5400000" flipH="1">
              <a:off x="5720773" y="1712955"/>
              <a:ext cx="1006749" cy="181650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3" name="AutoShape 38"/>
            <p:cNvCxnSpPr>
              <a:cxnSpLocks noChangeShapeType="1"/>
              <a:stCxn id="50186" idx="6"/>
              <a:endCxn id="50193" idx="3"/>
            </p:cNvCxnSpPr>
            <p:nvPr/>
          </p:nvCxnSpPr>
          <p:spPr bwMode="auto">
            <a:xfrm flipV="1">
              <a:off x="1677154" y="3200017"/>
              <a:ext cx="4013483" cy="65859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6" name="AutoShape 11"/>
          <p:cNvSpPr>
            <a:spLocks noChangeArrowheads="1"/>
          </p:cNvSpPr>
          <p:nvPr/>
        </p:nvSpPr>
        <p:spPr bwMode="auto">
          <a:xfrm>
            <a:off x="2818355" y="3281252"/>
            <a:ext cx="685800" cy="696913"/>
          </a:xfrm>
          <a:prstGeom prst="flowChartConnector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9067800" y="918909"/>
            <a:ext cx="685800" cy="696913"/>
          </a:xfrm>
          <a:prstGeom prst="flowChartConnector">
            <a:avLst/>
          </a:prstGeom>
          <a:solidFill>
            <a:srgbClr val="0070C0"/>
          </a:solidFill>
          <a:ln w="127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Arial" pitchFamily="34" charset="0"/>
              </a:rPr>
              <a:t>GOAL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1882481-9FB2-A3CD-8591-737F05891028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C5631F0-A81D-7AA6-0280-7508A8025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EA2BF-37CF-5F60-F3B8-B6A791E1C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C309DE-1306-EA44-D347-C22D45C2998E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  <p:bldP spid="36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9E09488D-1B88-452F-BF3B-3D286C289116}" type="slidenum">
              <a:rPr lang="en-US" altLang="en-US" smtClean="0">
                <a:latin typeface="Garamond" pitchFamily="18" charset="0"/>
              </a:rPr>
              <a:pPr eaLnBrk="1" hangingPunct="1"/>
              <a:t>6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42888"/>
            <a:ext cx="8458200" cy="922337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I. </a:t>
            </a:r>
            <a:r>
              <a:rPr lang="en-US" dirty="0" err="1">
                <a:solidFill>
                  <a:srgbClr val="C00000"/>
                </a:solidFill>
              </a:rPr>
              <a:t>Bài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toán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tìm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kiếm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120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1301794"/>
            <a:ext cx="11582400" cy="4870406"/>
          </a:xfrm>
        </p:spPr>
        <p:txBody>
          <a:bodyPr>
            <a:normAutofit lnSpcReduction="10000"/>
          </a:bodyPr>
          <a:lstStyle/>
          <a:p>
            <a:pPr marL="400050" indent="-400050" eaLnBrk="1" hangingPunct="1">
              <a:buNone/>
            </a:pP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5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00050" indent="-400050" algn="ctr" eaLnBrk="1" hangingPunct="1">
              <a:buNone/>
            </a:pPr>
            <a:r>
              <a:rPr lang="en-US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succs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cost</a:t>
            </a:r>
          </a:p>
          <a:p>
            <a:pPr marL="400050" indent="-400050" eaLnBrk="1" hangingPunct="1"/>
            <a:r>
              <a:rPr lang="en-US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thái.</a:t>
            </a:r>
          </a:p>
          <a:p>
            <a:pPr marL="400050" indent="-400050" eaLnBrk="1" hangingPunct="1"/>
            <a:r>
              <a:rPr lang="en-US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</a:t>
            </a:r>
            <a:r>
              <a:rPr lang="en-US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Q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một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tập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khác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rỗng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các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trạng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thái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đầu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(START).</a:t>
            </a:r>
          </a:p>
          <a:p>
            <a:pPr marL="400050" indent="-400050" eaLnBrk="1" hangingPunct="1"/>
            <a:r>
              <a:rPr lang="en-US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 </a:t>
            </a:r>
            <a:r>
              <a:rPr lang="en-US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một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tập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khác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rỗng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các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trạng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thái </a:t>
            </a:r>
            <a:r>
              <a:rPr lang="en-US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đích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(GOAL).</a:t>
            </a:r>
          </a:p>
          <a:p>
            <a:pPr marL="400050" indent="-400050"/>
            <a:r>
              <a:rPr lang="en-US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succs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: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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Q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một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hàm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nhận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một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trạng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thái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làm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đầu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trả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về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kết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quả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một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tập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trạng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thái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. </a:t>
            </a:r>
            <a:r>
              <a:rPr lang="en-US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succs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nghĩa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“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tập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trạng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thái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có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thể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đến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từ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trong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một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bước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”.</a:t>
            </a:r>
          </a:p>
          <a:p>
            <a:pPr marL="400050" indent="-400050"/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cost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: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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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một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hàm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nhận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hai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trạng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thái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’. 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Nó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trả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về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chi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phí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một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bước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của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việc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di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chuyển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từ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đến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’. 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Hàm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chi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phí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chỉ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xác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định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chỉ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’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trạng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thái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con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của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s,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nghĩa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s’ 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 </a:t>
            </a:r>
            <a:r>
              <a:rPr lang="en-US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succs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endParaRPr lang="en-US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400050" indent="-400050" eaLnBrk="1" hangingPunct="1"/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D58DB48-FFDE-F76A-003A-4424D80B5B50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6CE45C03-04FC-FA24-737F-0DEF098A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1AE59-3EAE-5370-A320-22FE5F9C5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13110D-FA93-D1A6-7986-0968C15B7DB9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9806" y="3391379"/>
            <a:ext cx="9269994" cy="2971800"/>
          </a:xfrm>
        </p:spPr>
        <p:txBody>
          <a:bodyPr>
            <a:normAutofit/>
          </a:bodyPr>
          <a:lstStyle/>
          <a:p>
            <a:pPr marL="400050" indent="-40005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Q = {START,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GOAL}</a:t>
            </a:r>
          </a:p>
          <a:p>
            <a:pPr marL="400050" indent="-40005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 = { </a:t>
            </a: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pPr marL="400050" indent="-40005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G = { </a:t>
            </a: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GOAL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pPr marL="400050" indent="-40005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4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succs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 = {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pPr marL="400050" indent="-40005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4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succs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 = {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pPr marL="400050" indent="-40005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4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succs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 = {}, …</a:t>
            </a:r>
          </a:p>
          <a:p>
            <a:pPr marL="400050" indent="-40005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cost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s,s</a:t>
            </a:r>
            <a:r>
              <a:rPr lang="en-US" sz="2400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 = 1 </a:t>
            </a:r>
            <a:r>
              <a:rPr lang="en-US" sz="24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đổi</a:t>
            </a:r>
            <a:endParaRPr lang="en-US" sz="24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3251" name="Group 4"/>
          <p:cNvGrpSpPr>
            <a:grpSpLocks/>
          </p:cNvGrpSpPr>
          <p:nvPr/>
        </p:nvGrpSpPr>
        <p:grpSpPr bwMode="auto">
          <a:xfrm>
            <a:off x="3657600" y="1143000"/>
            <a:ext cx="4419600" cy="2362200"/>
            <a:chOff x="336" y="576"/>
            <a:chExt cx="4848" cy="2784"/>
          </a:xfrm>
        </p:grpSpPr>
        <p:sp>
          <p:nvSpPr>
            <p:cNvPr id="53256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Arial" pitchFamily="34" charset="0"/>
                </a:rPr>
                <a:t>START</a:t>
              </a:r>
            </a:p>
          </p:txBody>
        </p:sp>
        <p:sp>
          <p:nvSpPr>
            <p:cNvPr id="53257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Arial" pitchFamily="34" charset="0"/>
                </a:rPr>
                <a:t>GOAL</a:t>
              </a:r>
            </a:p>
          </p:txBody>
        </p:sp>
        <p:sp>
          <p:nvSpPr>
            <p:cNvPr id="53258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d</a:t>
              </a:r>
            </a:p>
          </p:txBody>
        </p:sp>
        <p:sp>
          <p:nvSpPr>
            <p:cNvPr id="53259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b</a:t>
              </a:r>
            </a:p>
          </p:txBody>
        </p:sp>
        <p:sp>
          <p:nvSpPr>
            <p:cNvPr id="53260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p</a:t>
              </a:r>
            </a:p>
          </p:txBody>
        </p:sp>
        <p:sp>
          <p:nvSpPr>
            <p:cNvPr id="53261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q</a:t>
              </a:r>
            </a:p>
          </p:txBody>
        </p:sp>
        <p:sp>
          <p:nvSpPr>
            <p:cNvPr id="53262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c</a:t>
              </a:r>
            </a:p>
          </p:txBody>
        </p:sp>
        <p:sp>
          <p:nvSpPr>
            <p:cNvPr id="53263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e</a:t>
              </a:r>
            </a:p>
          </p:txBody>
        </p:sp>
        <p:sp>
          <p:nvSpPr>
            <p:cNvPr id="53264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h</a:t>
              </a:r>
            </a:p>
          </p:txBody>
        </p:sp>
        <p:sp>
          <p:nvSpPr>
            <p:cNvPr id="53265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53266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53267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53268" name="AutoShape 17"/>
            <p:cNvCxnSpPr>
              <a:cxnSpLocks noChangeShapeType="1"/>
              <a:stCxn id="53256" idx="5"/>
              <a:endCxn id="53260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9" name="AutoShape 18"/>
            <p:cNvCxnSpPr>
              <a:cxnSpLocks noChangeShapeType="1"/>
              <a:stCxn id="53260" idx="5"/>
              <a:endCxn id="53261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0" name="AutoShape 19"/>
            <p:cNvCxnSpPr>
              <a:cxnSpLocks noChangeShapeType="1"/>
              <a:stCxn id="53264" idx="3"/>
              <a:endCxn id="53261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1" name="AutoShape 20"/>
            <p:cNvCxnSpPr>
              <a:cxnSpLocks noChangeShapeType="1"/>
              <a:stCxn id="53264" idx="2"/>
              <a:endCxn id="53260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2" name="AutoShape 21"/>
            <p:cNvCxnSpPr>
              <a:cxnSpLocks noChangeShapeType="1"/>
              <a:stCxn id="53263" idx="4"/>
              <a:endCxn id="53264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3" name="AutoShape 22"/>
            <p:cNvCxnSpPr>
              <a:cxnSpLocks noChangeShapeType="1"/>
              <a:stCxn id="53263" idx="5"/>
              <a:endCxn id="53267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4" name="AutoShape 23"/>
            <p:cNvCxnSpPr>
              <a:cxnSpLocks noChangeShapeType="1"/>
              <a:stCxn id="53267" idx="0"/>
              <a:endCxn id="53266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5" name="AutoShape 24"/>
            <p:cNvCxnSpPr>
              <a:cxnSpLocks noChangeShapeType="1"/>
              <a:stCxn id="53266" idx="0"/>
              <a:endCxn id="53257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6" name="AutoShape 25"/>
            <p:cNvCxnSpPr>
              <a:cxnSpLocks noChangeShapeType="1"/>
              <a:stCxn id="53256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7" name="AutoShape 26"/>
            <p:cNvCxnSpPr>
              <a:cxnSpLocks noChangeShapeType="1"/>
              <a:stCxn id="53258" idx="1"/>
              <a:endCxn id="53259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8" name="AutoShape 27"/>
            <p:cNvCxnSpPr>
              <a:cxnSpLocks noChangeShapeType="1"/>
              <a:endCxn id="53265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9" name="AutoShape 28"/>
            <p:cNvCxnSpPr>
              <a:cxnSpLocks noChangeShapeType="1"/>
              <a:stCxn id="53262" idx="2"/>
              <a:endCxn id="53265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80" name="AutoShape 29"/>
            <p:cNvCxnSpPr>
              <a:cxnSpLocks noChangeShapeType="1"/>
              <a:stCxn id="53258" idx="7"/>
              <a:endCxn id="53262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81" name="AutoShape 30"/>
            <p:cNvCxnSpPr>
              <a:cxnSpLocks noChangeShapeType="1"/>
              <a:stCxn id="53258" idx="6"/>
              <a:endCxn id="53263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82" name="AutoShape 31"/>
            <p:cNvCxnSpPr>
              <a:cxnSpLocks noChangeShapeType="1"/>
              <a:stCxn id="53266" idx="1"/>
              <a:endCxn id="53262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83" name="AutoShape 32"/>
            <p:cNvCxnSpPr>
              <a:cxnSpLocks noChangeShapeType="1"/>
              <a:stCxn id="53256" idx="6"/>
              <a:endCxn id="53263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" name="AutoShape 11"/>
          <p:cNvSpPr>
            <a:spLocks noChangeArrowheads="1"/>
          </p:cNvSpPr>
          <p:nvPr/>
        </p:nvSpPr>
        <p:spPr bwMode="auto">
          <a:xfrm>
            <a:off x="3643314" y="2514600"/>
            <a:ext cx="458787" cy="457200"/>
          </a:xfrm>
          <a:prstGeom prst="flowChartConnector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35" name="AutoShape 12"/>
          <p:cNvSpPr>
            <a:spLocks noChangeArrowheads="1"/>
          </p:cNvSpPr>
          <p:nvPr/>
        </p:nvSpPr>
        <p:spPr bwMode="auto">
          <a:xfrm>
            <a:off x="7634288" y="1128713"/>
            <a:ext cx="457200" cy="457200"/>
          </a:xfrm>
          <a:prstGeom prst="flowChartConnector">
            <a:avLst/>
          </a:prstGeom>
          <a:solidFill>
            <a:srgbClr val="0070C0"/>
          </a:solidFill>
          <a:ln w="127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Arial" pitchFamily="34" charset="0"/>
              </a:rPr>
              <a:t>GOAL</a:t>
            </a:r>
          </a:p>
        </p:txBody>
      </p:sp>
      <p:cxnSp>
        <p:nvCxnSpPr>
          <p:cNvPr id="37" name="Straight Arrow Connector 36"/>
          <p:cNvCxnSpPr>
            <a:stCxn id="34" idx="7"/>
            <a:endCxn id="35" idx="3"/>
          </p:cNvCxnSpPr>
          <p:nvPr/>
        </p:nvCxnSpPr>
        <p:spPr>
          <a:xfrm rot="5400000" flipH="1" flipV="1">
            <a:off x="5337176" y="217488"/>
            <a:ext cx="1062037" cy="3665538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5" name="Rectangle 2"/>
          <p:cNvSpPr>
            <a:spLocks noChangeArrowheads="1"/>
          </p:cNvSpPr>
          <p:nvPr/>
        </p:nvSpPr>
        <p:spPr bwMode="auto">
          <a:xfrm>
            <a:off x="1981200" y="296864"/>
            <a:ext cx="84582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I.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Bài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toán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tìm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kiếm</a:t>
            </a:r>
            <a:endParaRPr lang="en-US" sz="4400" b="1" dirty="0">
              <a:solidFill>
                <a:srgbClr val="C00000"/>
              </a:solidFill>
              <a:latin typeface="Tahoma" pitchFamily="34" charset="0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8681DD6-F69B-C00F-F42B-E06B24E32851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96B7030B-7465-1943-CB7A-9C9AAFD1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095BD-F0A5-B509-4EBC-053C983E6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84D2E0-5B92-3C78-CA36-7F5B0069D6E8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762000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I. </a:t>
            </a:r>
            <a:r>
              <a:rPr lang="en-US" dirty="0" err="1">
                <a:solidFill>
                  <a:srgbClr val="C00000"/>
                </a:solidFill>
              </a:rPr>
              <a:t>Bài</a:t>
            </a:r>
            <a:r>
              <a:rPr lang="en-US" dirty="0">
                <a:solidFill>
                  <a:srgbClr val="C00000"/>
                </a:solidFill>
              </a:rPr>
              <a:t> toán </a:t>
            </a:r>
            <a:r>
              <a:rPr lang="en-US" dirty="0" err="1">
                <a:solidFill>
                  <a:srgbClr val="C00000"/>
                </a:solidFill>
              </a:rPr>
              <a:t>tìm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kiếm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5299" name="Picture 9" descr="maz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847" y="3012490"/>
            <a:ext cx="3647596" cy="260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13" descr="hanoi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134" y="612155"/>
            <a:ext cx="3492932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5" descr="img1-2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332" y="693716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AutoShape 17" descr="refreshmap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55303" name="AutoShape 19" descr="refreshmap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55304" name="AutoShape 21" descr="refreshmap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pic>
        <p:nvPicPr>
          <p:cNvPr id="55305" name="Picture 22" descr="mapques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557" y="2732160"/>
            <a:ext cx="3964843" cy="3058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C990C-1F31-4ACD-9EDB-A0A8A4AF4259}"/>
              </a:ext>
            </a:extLst>
          </p:cNvPr>
          <p:cNvSpPr txBox="1"/>
          <p:nvPr/>
        </p:nvSpPr>
        <p:spPr>
          <a:xfrm>
            <a:off x="3352800" y="236731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66CCFF"/>
                </a:solidFill>
              </a:rPr>
              <a:t>Xếp</a:t>
            </a:r>
            <a:r>
              <a:rPr lang="en-US" dirty="0">
                <a:solidFill>
                  <a:srgbClr val="66CCFF"/>
                </a:solidFill>
              </a:rPr>
              <a:t> </a:t>
            </a:r>
            <a:r>
              <a:rPr lang="en-US" dirty="0" err="1">
                <a:solidFill>
                  <a:srgbClr val="66CCFF"/>
                </a:solidFill>
              </a:rPr>
              <a:t>hình</a:t>
            </a:r>
            <a:endParaRPr lang="en-US" dirty="0">
              <a:solidFill>
                <a:srgbClr val="66CC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547ED-70A7-43D4-B6EC-77B01587DA76}"/>
              </a:ext>
            </a:extLst>
          </p:cNvPr>
          <p:cNvSpPr txBox="1"/>
          <p:nvPr/>
        </p:nvSpPr>
        <p:spPr>
          <a:xfrm>
            <a:off x="7915538" y="259823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66CCFF"/>
                </a:solidFill>
              </a:rPr>
              <a:t>Tháp</a:t>
            </a:r>
            <a:r>
              <a:rPr lang="en-US" dirty="0">
                <a:solidFill>
                  <a:srgbClr val="66CCFF"/>
                </a:solidFill>
              </a:rPr>
              <a:t> Hà </a:t>
            </a:r>
            <a:r>
              <a:rPr lang="en-US" dirty="0" err="1">
                <a:solidFill>
                  <a:srgbClr val="66CCFF"/>
                </a:solidFill>
              </a:rPr>
              <a:t>Nội</a:t>
            </a:r>
            <a:endParaRPr lang="en-US" dirty="0">
              <a:solidFill>
                <a:srgbClr val="66CC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3D0DA3-4CA9-4649-BE7D-414530727F64}"/>
              </a:ext>
            </a:extLst>
          </p:cNvPr>
          <p:cNvSpPr txBox="1"/>
          <p:nvPr/>
        </p:nvSpPr>
        <p:spPr>
          <a:xfrm>
            <a:off x="3158985" y="5842805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66CCFF"/>
                </a:solidFill>
              </a:rPr>
              <a:t>Tìm</a:t>
            </a:r>
            <a:r>
              <a:rPr lang="en-US" dirty="0">
                <a:solidFill>
                  <a:srgbClr val="66CCFF"/>
                </a:solidFill>
              </a:rPr>
              <a:t> </a:t>
            </a:r>
            <a:r>
              <a:rPr lang="en-US" dirty="0" err="1">
                <a:solidFill>
                  <a:srgbClr val="66CCFF"/>
                </a:solidFill>
              </a:rPr>
              <a:t>đường</a:t>
            </a:r>
            <a:r>
              <a:rPr lang="en-US" dirty="0">
                <a:solidFill>
                  <a:srgbClr val="66CCFF"/>
                </a:solidFill>
              </a:rPr>
              <a:t> </a:t>
            </a:r>
            <a:r>
              <a:rPr lang="en-US" dirty="0" err="1">
                <a:solidFill>
                  <a:srgbClr val="66CCFF"/>
                </a:solidFill>
              </a:rPr>
              <a:t>đi</a:t>
            </a:r>
            <a:endParaRPr lang="en-US" dirty="0">
              <a:solidFill>
                <a:srgbClr val="66CC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00E68-3444-46A0-8565-7BBA1AC45C09}"/>
              </a:ext>
            </a:extLst>
          </p:cNvPr>
          <p:cNvSpPr txBox="1"/>
          <p:nvPr/>
        </p:nvSpPr>
        <p:spPr>
          <a:xfrm>
            <a:off x="7481124" y="5746408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66CCFF"/>
                </a:solidFill>
              </a:rPr>
              <a:t>Đường</a:t>
            </a:r>
            <a:r>
              <a:rPr lang="en-US" dirty="0">
                <a:solidFill>
                  <a:srgbClr val="66CCFF"/>
                </a:solidFill>
              </a:rPr>
              <a:t> </a:t>
            </a:r>
            <a:r>
              <a:rPr lang="en-US" dirty="0" err="1">
                <a:solidFill>
                  <a:srgbClr val="66CCFF"/>
                </a:solidFill>
              </a:rPr>
              <a:t>đi</a:t>
            </a:r>
            <a:r>
              <a:rPr lang="en-US" dirty="0">
                <a:solidFill>
                  <a:srgbClr val="66CCFF"/>
                </a:solidFill>
              </a:rPr>
              <a:t> </a:t>
            </a:r>
            <a:r>
              <a:rPr lang="en-US" dirty="0" err="1">
                <a:solidFill>
                  <a:srgbClr val="66CCFF"/>
                </a:solidFill>
              </a:rPr>
              <a:t>trong</a:t>
            </a:r>
            <a:r>
              <a:rPr lang="en-US" dirty="0">
                <a:solidFill>
                  <a:srgbClr val="66CCFF"/>
                </a:solidFill>
              </a:rPr>
              <a:t> games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F1A96-E1EC-C7FD-BBBF-E4759D37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338794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 dirty="0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E3B4BBD6-98DE-CDF2-0A75-CAB9E692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94CD1A-84D5-D90A-F958-AACFF17B9E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FC9ECD-72F8-DEBE-4157-52663219FCF1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2E164595-FD4C-4B91-BAA8-54FC9C161049}" type="slidenum">
              <a:rPr lang="en-US" altLang="en-US" smtClean="0">
                <a:latin typeface="Garamond" pitchFamily="18" charset="0"/>
              </a:rPr>
              <a:pPr eaLnBrk="1" hangingPunct="1"/>
              <a:t>9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" y="136525"/>
            <a:ext cx="9067800" cy="762000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I. </a:t>
            </a:r>
            <a:r>
              <a:rPr lang="en-US" dirty="0" err="1">
                <a:solidFill>
                  <a:srgbClr val="C00000"/>
                </a:solidFill>
              </a:rPr>
              <a:t>Bài</a:t>
            </a:r>
            <a:r>
              <a:rPr lang="en-US" dirty="0">
                <a:solidFill>
                  <a:srgbClr val="C00000"/>
                </a:solidFill>
              </a:rPr>
              <a:t> toán </a:t>
            </a:r>
            <a:r>
              <a:rPr lang="en-US" dirty="0" err="1">
                <a:solidFill>
                  <a:srgbClr val="C00000"/>
                </a:solidFill>
              </a:rPr>
              <a:t>tìm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kiếm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6326" name="Picture 14" descr="gant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5" y="1410441"/>
            <a:ext cx="4953000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7" name="AutoShape 15"/>
          <p:cNvSpPr>
            <a:spLocks noChangeArrowheads="1"/>
          </p:cNvSpPr>
          <p:nvPr/>
        </p:nvSpPr>
        <p:spPr bwMode="auto">
          <a:xfrm>
            <a:off x="5819215" y="1650434"/>
            <a:ext cx="1295400" cy="457200"/>
          </a:xfrm>
          <a:prstGeom prst="wedgeRectCallout">
            <a:avLst>
              <a:gd name="adj1" fmla="val -96815"/>
              <a:gd name="adj2" fmla="val 105556"/>
            </a:avLst>
          </a:prstGeom>
          <a:solidFill>
            <a:srgbClr val="FFFFCC"/>
          </a:solidFill>
          <a:ln w="9525" algn="ctr">
            <a:solidFill>
              <a:srgbClr val="CC33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en-US" sz="2000" dirty="0">
                <a:solidFill>
                  <a:srgbClr val="66CCFF"/>
                </a:solidFill>
                <a:latin typeface="Arial" pitchFamily="34" charset="0"/>
              </a:rPr>
              <a:t>Lập </a:t>
            </a:r>
            <a:r>
              <a:rPr lang="en-US" sz="2000" dirty="0" err="1">
                <a:solidFill>
                  <a:srgbClr val="66CCFF"/>
                </a:solidFill>
                <a:latin typeface="Arial" pitchFamily="34" charset="0"/>
              </a:rPr>
              <a:t>lịch</a:t>
            </a:r>
            <a:endParaRPr lang="en-US" sz="2000" dirty="0">
              <a:solidFill>
                <a:srgbClr val="66CCFF"/>
              </a:solidFill>
              <a:latin typeface="Arial" pitchFamily="34" charset="0"/>
            </a:endParaRPr>
          </a:p>
        </p:txBody>
      </p:sp>
      <p:pic>
        <p:nvPicPr>
          <p:cNvPr id="56328" name="Picture 19" descr="8quee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862622"/>
            <a:ext cx="27432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9" name="AutoShape 20"/>
          <p:cNvSpPr>
            <a:spLocks noChangeArrowheads="1"/>
          </p:cNvSpPr>
          <p:nvPr/>
        </p:nvSpPr>
        <p:spPr bwMode="auto">
          <a:xfrm>
            <a:off x="9182100" y="253022"/>
            <a:ext cx="1447800" cy="457200"/>
          </a:xfrm>
          <a:prstGeom prst="wedgeRectCallout">
            <a:avLst>
              <a:gd name="adj1" fmla="val -45722"/>
              <a:gd name="adj2" fmla="val 146875"/>
            </a:avLst>
          </a:prstGeom>
          <a:solidFill>
            <a:srgbClr val="FFFFCC"/>
          </a:solidFill>
          <a:ln w="9525" algn="ctr">
            <a:solidFill>
              <a:srgbClr val="CC33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en-US" sz="2000" dirty="0">
                <a:solidFill>
                  <a:srgbClr val="66CCFF"/>
                </a:solidFill>
                <a:latin typeface="Arial" pitchFamily="34" charset="0"/>
              </a:rPr>
              <a:t>8-Hậu</a:t>
            </a:r>
          </a:p>
        </p:txBody>
      </p:sp>
      <p:pic>
        <p:nvPicPr>
          <p:cNvPr id="56330" name="Picture 22" descr="algebr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903" y="3997892"/>
            <a:ext cx="150495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1" name="Picture 28" descr="voyag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3454213"/>
            <a:ext cx="3048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32" name="AutoShape 29"/>
          <p:cNvSpPr>
            <a:spLocks noChangeArrowheads="1"/>
          </p:cNvSpPr>
          <p:nvPr/>
        </p:nvSpPr>
        <p:spPr bwMode="auto">
          <a:xfrm>
            <a:off x="10058400" y="3606613"/>
            <a:ext cx="1828800" cy="457200"/>
          </a:xfrm>
          <a:prstGeom prst="cloudCallout">
            <a:avLst>
              <a:gd name="adj1" fmla="val -16491"/>
              <a:gd name="adj2" fmla="val 96181"/>
            </a:avLst>
          </a:prstGeom>
          <a:solidFill>
            <a:srgbClr val="FFFFCC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66CCFF"/>
                </a:solidFill>
                <a:latin typeface="Arial" pitchFamily="34" charset="0"/>
              </a:rPr>
              <a:t>…..</a:t>
            </a:r>
          </a:p>
        </p:txBody>
      </p:sp>
      <p:sp>
        <p:nvSpPr>
          <p:cNvPr id="56333" name="AutoShape 30"/>
          <p:cNvSpPr>
            <a:spLocks noChangeArrowheads="1"/>
          </p:cNvSpPr>
          <p:nvPr/>
        </p:nvSpPr>
        <p:spPr bwMode="auto">
          <a:xfrm>
            <a:off x="6806453" y="3140642"/>
            <a:ext cx="1676400" cy="457200"/>
          </a:xfrm>
          <a:prstGeom prst="wedgeRectCallout">
            <a:avLst>
              <a:gd name="adj1" fmla="val -64491"/>
              <a:gd name="adj2" fmla="val 146875"/>
            </a:avLst>
          </a:prstGeom>
          <a:solidFill>
            <a:srgbClr val="FFFFCC"/>
          </a:solidFill>
          <a:ln w="9525" algn="ctr">
            <a:solidFill>
              <a:srgbClr val="CC33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en-US" sz="2000" dirty="0" err="1">
                <a:solidFill>
                  <a:srgbClr val="66CCFF"/>
                </a:solidFill>
                <a:latin typeface="Arial" pitchFamily="34" charset="0"/>
              </a:rPr>
              <a:t>Giải</a:t>
            </a:r>
            <a:r>
              <a:rPr lang="en-US" sz="20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000" dirty="0" err="1">
                <a:solidFill>
                  <a:srgbClr val="66CCFF"/>
                </a:solidFill>
                <a:latin typeface="Arial" pitchFamily="34" charset="0"/>
              </a:rPr>
              <a:t>toán</a:t>
            </a:r>
            <a:endParaRPr lang="en-US" sz="2000" dirty="0">
              <a:solidFill>
                <a:srgbClr val="66CCFF"/>
              </a:solidFill>
              <a:latin typeface="Arial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5058355-80A6-FFC1-0C10-8D42844EC90B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BDD8D72-FD9A-12A6-3290-3716FF5B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8C19D4-AD86-997B-D725-CC581316B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A83EAD-D053-29D2-913A-8F74B6167D8D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94C47253-66B4-41EB-8806-1B2E24A82D48}" type="slidenum">
              <a:rPr lang="en-US" altLang="en-US" smtClean="0">
                <a:latin typeface="Garamond" pitchFamily="18" charset="0"/>
              </a:rPr>
              <a:pPr eaLnBrk="1" hangingPunct="1"/>
              <a:t>10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7116" y="151962"/>
            <a:ext cx="11037684" cy="822159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C00000"/>
                </a:solidFill>
              </a:rPr>
              <a:t>II. </a:t>
            </a:r>
            <a:r>
              <a:rPr lang="en-US" sz="3600" dirty="0" err="1">
                <a:solidFill>
                  <a:srgbClr val="C00000"/>
                </a:solidFill>
              </a:rPr>
              <a:t>Tìm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kiếm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theo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chiều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rộng</a:t>
            </a:r>
            <a:r>
              <a:rPr lang="en-US" sz="3600" dirty="0">
                <a:solidFill>
                  <a:srgbClr val="C00000"/>
                </a:solidFill>
              </a:rPr>
              <a:t> (BFS – Breadth First Search)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1233096"/>
            <a:ext cx="7218819" cy="4361121"/>
          </a:xfrm>
        </p:spPr>
        <p:txBody>
          <a:bodyPr>
            <a:normAutofit/>
          </a:bodyPr>
          <a:lstStyle/>
          <a:p>
            <a:pPr marL="465138" indent="-465138" algn="just" eaLnBrk="1" hangingPunct="1"/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B1: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5138" indent="-465138" algn="just" eaLnBrk="1" hangingPunct="1"/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B2: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Sau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nhưng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ít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5138" indent="-465138" algn="just" eaLnBrk="1" hangingPunct="1"/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B3: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Sau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nhưng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ít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5138" indent="-465138" algn="just" eaLnBrk="1" hangingPunct="1"/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B4: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tục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…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G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nữa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6E9281-D8BD-44C2-BA07-724A107606B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666070"/>
            <a:ext cx="3429000" cy="1828800"/>
            <a:chOff x="336" y="576"/>
            <a:chExt cx="4848" cy="2784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DCB2AE50-7B20-48FB-9360-3F8B953E6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Arial" pitchFamily="34" charset="0"/>
                </a:rPr>
                <a:t>START</a:t>
              </a:r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D3819EFF-0C82-4FA1-B89F-59ED21DAC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>
                  <a:latin typeface="Arial" pitchFamily="34" charset="0"/>
                </a:rPr>
                <a:t>GOAL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A78ED82A-100B-408F-A1F4-8F8F54F75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d</a:t>
              </a: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2921C3BC-A830-479F-831F-6D10CD233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b</a:t>
              </a: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8D72FF61-109E-44CE-AE43-9B1A9801F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p</a:t>
              </a: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DB8651D5-971D-4729-B910-91B05DAF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q</a:t>
              </a:r>
            </a:p>
          </p:txBody>
        </p:sp>
        <p:sp>
          <p:nvSpPr>
            <p:cNvPr id="12" name="AutoShape 11">
              <a:extLst>
                <a:ext uri="{FF2B5EF4-FFF2-40B4-BE49-F238E27FC236}">
                  <a16:creationId xmlns:a16="http://schemas.microsoft.com/office/drawing/2014/main" id="{901DEF13-8881-4F66-B879-691D815A0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c</a:t>
              </a:r>
            </a:p>
          </p:txBody>
        </p:sp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A545B718-BAE3-4FA2-BFE6-586E1707B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e</a:t>
              </a:r>
            </a:p>
          </p:txBody>
        </p:sp>
        <p:sp>
          <p:nvSpPr>
            <p:cNvPr id="14" name="AutoShape 13">
              <a:extLst>
                <a:ext uri="{FF2B5EF4-FFF2-40B4-BE49-F238E27FC236}">
                  <a16:creationId xmlns:a16="http://schemas.microsoft.com/office/drawing/2014/main" id="{46C61CCA-54AB-4886-85E8-B2547935D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h</a:t>
              </a:r>
            </a:p>
          </p:txBody>
        </p:sp>
        <p:sp>
          <p:nvSpPr>
            <p:cNvPr id="15" name="AutoShape 14">
              <a:extLst>
                <a:ext uri="{FF2B5EF4-FFF2-40B4-BE49-F238E27FC236}">
                  <a16:creationId xmlns:a16="http://schemas.microsoft.com/office/drawing/2014/main" id="{5AD0AD94-7F4C-48B6-96DD-B25FAFEB3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16" name="AutoShape 15">
              <a:extLst>
                <a:ext uri="{FF2B5EF4-FFF2-40B4-BE49-F238E27FC236}">
                  <a16:creationId xmlns:a16="http://schemas.microsoft.com/office/drawing/2014/main" id="{2F0359E9-7C8D-4C41-89A9-4F5686353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17" name="AutoShape 16">
              <a:extLst>
                <a:ext uri="{FF2B5EF4-FFF2-40B4-BE49-F238E27FC236}">
                  <a16:creationId xmlns:a16="http://schemas.microsoft.com/office/drawing/2014/main" id="{8689E064-A773-4645-A6BC-B40793D34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18" name="AutoShape 17">
              <a:extLst>
                <a:ext uri="{FF2B5EF4-FFF2-40B4-BE49-F238E27FC236}">
                  <a16:creationId xmlns:a16="http://schemas.microsoft.com/office/drawing/2014/main" id="{F634B724-27CD-4F36-9906-003021FF6D52}"/>
                </a:ext>
              </a:extLst>
            </p:cNvPr>
            <p:cNvCxnSpPr>
              <a:cxnSpLocks noChangeShapeType="1"/>
              <a:stCxn id="6" idx="5"/>
              <a:endCxn id="10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18">
              <a:extLst>
                <a:ext uri="{FF2B5EF4-FFF2-40B4-BE49-F238E27FC236}">
                  <a16:creationId xmlns:a16="http://schemas.microsoft.com/office/drawing/2014/main" id="{0FF96445-778B-47F9-B80C-40B482F95D8E}"/>
                </a:ext>
              </a:extLst>
            </p:cNvPr>
            <p:cNvCxnSpPr>
              <a:cxnSpLocks noChangeShapeType="1"/>
              <a:stCxn id="10" idx="5"/>
              <a:endCxn id="11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19">
              <a:extLst>
                <a:ext uri="{FF2B5EF4-FFF2-40B4-BE49-F238E27FC236}">
                  <a16:creationId xmlns:a16="http://schemas.microsoft.com/office/drawing/2014/main" id="{CE64F2C5-3350-4BA2-806D-116BAF1145A5}"/>
                </a:ext>
              </a:extLst>
            </p:cNvPr>
            <p:cNvCxnSpPr>
              <a:cxnSpLocks noChangeShapeType="1"/>
              <a:stCxn id="14" idx="3"/>
              <a:endCxn id="11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20">
              <a:extLst>
                <a:ext uri="{FF2B5EF4-FFF2-40B4-BE49-F238E27FC236}">
                  <a16:creationId xmlns:a16="http://schemas.microsoft.com/office/drawing/2014/main" id="{73675ADC-C264-40EB-9404-B7A9E8D9D202}"/>
                </a:ext>
              </a:extLst>
            </p:cNvPr>
            <p:cNvCxnSpPr>
              <a:cxnSpLocks noChangeShapeType="1"/>
              <a:stCxn id="14" idx="2"/>
              <a:endCxn id="10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1">
              <a:extLst>
                <a:ext uri="{FF2B5EF4-FFF2-40B4-BE49-F238E27FC236}">
                  <a16:creationId xmlns:a16="http://schemas.microsoft.com/office/drawing/2014/main" id="{A96BC27B-48A2-4121-8C66-A8B5034DBD01}"/>
                </a:ext>
              </a:extLst>
            </p:cNvPr>
            <p:cNvCxnSpPr>
              <a:cxnSpLocks noChangeShapeType="1"/>
              <a:stCxn id="13" idx="4"/>
              <a:endCxn id="14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22">
              <a:extLst>
                <a:ext uri="{FF2B5EF4-FFF2-40B4-BE49-F238E27FC236}">
                  <a16:creationId xmlns:a16="http://schemas.microsoft.com/office/drawing/2014/main" id="{35CF93DD-3D98-461A-929C-0F611A3D33AB}"/>
                </a:ext>
              </a:extLst>
            </p:cNvPr>
            <p:cNvCxnSpPr>
              <a:cxnSpLocks noChangeShapeType="1"/>
              <a:stCxn id="13" idx="5"/>
              <a:endCxn id="17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23">
              <a:extLst>
                <a:ext uri="{FF2B5EF4-FFF2-40B4-BE49-F238E27FC236}">
                  <a16:creationId xmlns:a16="http://schemas.microsoft.com/office/drawing/2014/main" id="{BF6B56A4-049E-401F-8E05-5EA4084A062F}"/>
                </a:ext>
              </a:extLst>
            </p:cNvPr>
            <p:cNvCxnSpPr>
              <a:cxnSpLocks noChangeShapeType="1"/>
              <a:stCxn id="17" idx="0"/>
              <a:endCxn id="16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24">
              <a:extLst>
                <a:ext uri="{FF2B5EF4-FFF2-40B4-BE49-F238E27FC236}">
                  <a16:creationId xmlns:a16="http://schemas.microsoft.com/office/drawing/2014/main" id="{BF14C546-EEF0-410E-BA6A-937057B83A9F}"/>
                </a:ext>
              </a:extLst>
            </p:cNvPr>
            <p:cNvCxnSpPr>
              <a:cxnSpLocks noChangeShapeType="1"/>
              <a:stCxn id="16" idx="0"/>
              <a:endCxn id="7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25">
              <a:extLst>
                <a:ext uri="{FF2B5EF4-FFF2-40B4-BE49-F238E27FC236}">
                  <a16:creationId xmlns:a16="http://schemas.microsoft.com/office/drawing/2014/main" id="{98E42776-9F53-4FF0-929E-E0F037FA6FF6}"/>
                </a:ext>
              </a:extLst>
            </p:cNvPr>
            <p:cNvCxnSpPr>
              <a:cxnSpLocks noChangeShapeType="1"/>
              <a:stCxn id="6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AutoShape 26">
              <a:extLst>
                <a:ext uri="{FF2B5EF4-FFF2-40B4-BE49-F238E27FC236}">
                  <a16:creationId xmlns:a16="http://schemas.microsoft.com/office/drawing/2014/main" id="{4490CA10-D147-43AE-A8DD-245999954C76}"/>
                </a:ext>
              </a:extLst>
            </p:cNvPr>
            <p:cNvCxnSpPr>
              <a:cxnSpLocks noChangeShapeType="1"/>
              <a:stCxn id="8" idx="1"/>
              <a:endCxn id="9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7">
              <a:extLst>
                <a:ext uri="{FF2B5EF4-FFF2-40B4-BE49-F238E27FC236}">
                  <a16:creationId xmlns:a16="http://schemas.microsoft.com/office/drawing/2014/main" id="{017D0BA1-67D2-42AA-A720-4B2493EDA478}"/>
                </a:ext>
              </a:extLst>
            </p:cNvPr>
            <p:cNvCxnSpPr>
              <a:cxnSpLocks noChangeShapeType="1"/>
              <a:endCxn id="15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AutoShape 28">
              <a:extLst>
                <a:ext uri="{FF2B5EF4-FFF2-40B4-BE49-F238E27FC236}">
                  <a16:creationId xmlns:a16="http://schemas.microsoft.com/office/drawing/2014/main" id="{5394F1E1-C745-4A5D-A49B-963E5ADBBC62}"/>
                </a:ext>
              </a:extLst>
            </p:cNvPr>
            <p:cNvCxnSpPr>
              <a:cxnSpLocks noChangeShapeType="1"/>
              <a:stCxn id="12" idx="2"/>
              <a:endCxn id="15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29">
              <a:extLst>
                <a:ext uri="{FF2B5EF4-FFF2-40B4-BE49-F238E27FC236}">
                  <a16:creationId xmlns:a16="http://schemas.microsoft.com/office/drawing/2014/main" id="{D59F0D26-A693-473D-BB3A-09BB78E16726}"/>
                </a:ext>
              </a:extLst>
            </p:cNvPr>
            <p:cNvCxnSpPr>
              <a:cxnSpLocks noChangeShapeType="1"/>
              <a:stCxn id="8" idx="7"/>
              <a:endCxn id="12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30">
              <a:extLst>
                <a:ext uri="{FF2B5EF4-FFF2-40B4-BE49-F238E27FC236}">
                  <a16:creationId xmlns:a16="http://schemas.microsoft.com/office/drawing/2014/main" id="{CB47CC2B-684E-407D-A306-FAD9A587B756}"/>
                </a:ext>
              </a:extLst>
            </p:cNvPr>
            <p:cNvCxnSpPr>
              <a:cxnSpLocks noChangeShapeType="1"/>
              <a:stCxn id="8" idx="6"/>
              <a:endCxn id="13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AutoShape 31">
              <a:extLst>
                <a:ext uri="{FF2B5EF4-FFF2-40B4-BE49-F238E27FC236}">
                  <a16:creationId xmlns:a16="http://schemas.microsoft.com/office/drawing/2014/main" id="{CC71886D-33B3-4E7C-A494-62E39E383F1D}"/>
                </a:ext>
              </a:extLst>
            </p:cNvPr>
            <p:cNvCxnSpPr>
              <a:cxnSpLocks noChangeShapeType="1"/>
              <a:stCxn id="16" idx="1"/>
              <a:endCxn id="12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AutoShape 32">
              <a:extLst>
                <a:ext uri="{FF2B5EF4-FFF2-40B4-BE49-F238E27FC236}">
                  <a16:creationId xmlns:a16="http://schemas.microsoft.com/office/drawing/2014/main" id="{1F152D98-1A72-43EC-9A72-B08F1DAF3304}"/>
                </a:ext>
              </a:extLst>
            </p:cNvPr>
            <p:cNvCxnSpPr>
              <a:cxnSpLocks noChangeShapeType="1"/>
              <a:stCxn id="6" idx="6"/>
              <a:endCxn id="13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4038B0C-DF26-B6E3-75BC-42C0DFC17F77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A5B5DDD1-E855-A71F-00C3-B3FBF74D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50FB4-FB06-B6D9-586C-EED98579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122CE1-0DE9-18E8-B750-D39C7FC86EE0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5DB75470-EA57-4A1C-A57B-658146142036}" type="slidenum">
              <a:rPr lang="en-US" altLang="en-US" smtClean="0">
                <a:latin typeface="Garamond" pitchFamily="18" charset="0"/>
              </a:rPr>
              <a:pPr eaLnBrk="1" hangingPunct="1"/>
              <a:t>11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05150" y="173038"/>
            <a:ext cx="9086850" cy="715962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II. </a:t>
            </a:r>
            <a:r>
              <a:rPr lang="en-US" dirty="0" err="1">
                <a:solidFill>
                  <a:srgbClr val="C00000"/>
                </a:solidFill>
              </a:rPr>
              <a:t>Tìm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kiếm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theo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chiều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rộng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60422" name="Group 33"/>
          <p:cNvGrpSpPr>
            <a:grpSpLocks/>
          </p:cNvGrpSpPr>
          <p:nvPr/>
        </p:nvGrpSpPr>
        <p:grpSpPr bwMode="auto">
          <a:xfrm>
            <a:off x="2438400" y="1143000"/>
            <a:ext cx="7696200" cy="4038600"/>
            <a:chOff x="576" y="720"/>
            <a:chExt cx="4848" cy="2544"/>
          </a:xfrm>
        </p:grpSpPr>
        <p:sp>
          <p:nvSpPr>
            <p:cNvPr id="60423" name="AutoShape 5"/>
            <p:cNvSpPr>
              <a:spLocks noChangeArrowheads="1"/>
            </p:cNvSpPr>
            <p:nvPr/>
          </p:nvSpPr>
          <p:spPr bwMode="auto">
            <a:xfrm>
              <a:off x="1056" y="2211"/>
              <a:ext cx="432" cy="439"/>
            </a:xfrm>
            <a:prstGeom prst="flowChartConnector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dirty="0">
                  <a:latin typeface="Arial" pitchFamily="34" charset="0"/>
                </a:rPr>
                <a:t>START</a:t>
              </a:r>
            </a:p>
          </p:txBody>
        </p:sp>
        <p:sp>
          <p:nvSpPr>
            <p:cNvPr id="60424" name="AutoShape 6"/>
            <p:cNvSpPr>
              <a:spLocks noChangeArrowheads="1"/>
            </p:cNvSpPr>
            <p:nvPr/>
          </p:nvSpPr>
          <p:spPr bwMode="auto">
            <a:xfrm>
              <a:off x="4992" y="720"/>
              <a:ext cx="432" cy="439"/>
            </a:xfrm>
            <a:prstGeom prst="flowChartConnector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latin typeface="Arial" pitchFamily="34" charset="0"/>
                </a:rPr>
                <a:t>GOAL</a:t>
              </a:r>
            </a:p>
          </p:txBody>
        </p:sp>
        <p:sp>
          <p:nvSpPr>
            <p:cNvPr id="60425" name="AutoShape 7"/>
            <p:cNvSpPr>
              <a:spLocks noChangeArrowheads="1"/>
            </p:cNvSpPr>
            <p:nvPr/>
          </p:nvSpPr>
          <p:spPr bwMode="auto">
            <a:xfrm>
              <a:off x="2310" y="1817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d</a:t>
              </a:r>
            </a:p>
          </p:txBody>
        </p:sp>
        <p:sp>
          <p:nvSpPr>
            <p:cNvPr id="60426" name="AutoShape 8"/>
            <p:cNvSpPr>
              <a:spLocks noChangeArrowheads="1"/>
            </p:cNvSpPr>
            <p:nvPr/>
          </p:nvSpPr>
          <p:spPr bwMode="auto">
            <a:xfrm>
              <a:off x="1402" y="1159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b</a:t>
              </a:r>
            </a:p>
          </p:txBody>
        </p:sp>
        <p:sp>
          <p:nvSpPr>
            <p:cNvPr id="60427" name="AutoShape 9"/>
            <p:cNvSpPr>
              <a:spLocks noChangeArrowheads="1"/>
            </p:cNvSpPr>
            <p:nvPr/>
          </p:nvSpPr>
          <p:spPr bwMode="auto">
            <a:xfrm>
              <a:off x="1834" y="2694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p</a:t>
              </a:r>
            </a:p>
          </p:txBody>
        </p:sp>
        <p:sp>
          <p:nvSpPr>
            <p:cNvPr id="60428" name="AutoShape 10"/>
            <p:cNvSpPr>
              <a:spLocks noChangeArrowheads="1"/>
            </p:cNvSpPr>
            <p:nvPr/>
          </p:nvSpPr>
          <p:spPr bwMode="auto">
            <a:xfrm>
              <a:off x="2872" y="2825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q</a:t>
              </a:r>
            </a:p>
          </p:txBody>
        </p:sp>
        <p:sp>
          <p:nvSpPr>
            <p:cNvPr id="60429" name="AutoShape 11"/>
            <p:cNvSpPr>
              <a:spLocks noChangeArrowheads="1"/>
            </p:cNvSpPr>
            <p:nvPr/>
          </p:nvSpPr>
          <p:spPr bwMode="auto">
            <a:xfrm>
              <a:off x="3348" y="1115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c</a:t>
              </a:r>
            </a:p>
          </p:txBody>
        </p:sp>
        <p:sp>
          <p:nvSpPr>
            <p:cNvPr id="60430" name="AutoShape 12"/>
            <p:cNvSpPr>
              <a:spLocks noChangeArrowheads="1"/>
            </p:cNvSpPr>
            <p:nvPr/>
          </p:nvSpPr>
          <p:spPr bwMode="auto">
            <a:xfrm>
              <a:off x="3954" y="1641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e</a:t>
              </a:r>
            </a:p>
          </p:txBody>
        </p:sp>
        <p:sp>
          <p:nvSpPr>
            <p:cNvPr id="60431" name="AutoShape 13"/>
            <p:cNvSpPr>
              <a:spLocks noChangeArrowheads="1"/>
            </p:cNvSpPr>
            <p:nvPr/>
          </p:nvSpPr>
          <p:spPr bwMode="auto">
            <a:xfrm>
              <a:off x="3608" y="22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h</a:t>
              </a:r>
            </a:p>
          </p:txBody>
        </p:sp>
        <p:sp>
          <p:nvSpPr>
            <p:cNvPr id="60432" name="AutoShape 14"/>
            <p:cNvSpPr>
              <a:spLocks noChangeArrowheads="1"/>
            </p:cNvSpPr>
            <p:nvPr/>
          </p:nvSpPr>
          <p:spPr bwMode="auto">
            <a:xfrm>
              <a:off x="2180" y="764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60433" name="AutoShape 15"/>
            <p:cNvSpPr>
              <a:spLocks noChangeArrowheads="1"/>
            </p:cNvSpPr>
            <p:nvPr/>
          </p:nvSpPr>
          <p:spPr bwMode="auto">
            <a:xfrm>
              <a:off x="4862" y="190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60434" name="AutoShape 16"/>
            <p:cNvSpPr>
              <a:spLocks noChangeArrowheads="1"/>
            </p:cNvSpPr>
            <p:nvPr/>
          </p:nvSpPr>
          <p:spPr bwMode="auto">
            <a:xfrm>
              <a:off x="4689" y="2694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60435" name="AutoShape 17"/>
            <p:cNvCxnSpPr>
              <a:cxnSpLocks noChangeShapeType="1"/>
              <a:stCxn id="60423" idx="5"/>
              <a:endCxn id="60427" idx="2"/>
            </p:cNvCxnSpPr>
            <p:nvPr/>
          </p:nvCxnSpPr>
          <p:spPr bwMode="auto">
            <a:xfrm>
              <a:off x="1425" y="2598"/>
              <a:ext cx="409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6" name="AutoShape 18"/>
            <p:cNvCxnSpPr>
              <a:cxnSpLocks noChangeShapeType="1"/>
              <a:stCxn id="60427" idx="5"/>
              <a:endCxn id="60428" idx="2"/>
            </p:cNvCxnSpPr>
            <p:nvPr/>
          </p:nvCxnSpPr>
          <p:spPr bwMode="auto">
            <a:xfrm flipV="1">
              <a:off x="2204" y="3045"/>
              <a:ext cx="668" cy="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7" name="AutoShape 19"/>
            <p:cNvCxnSpPr>
              <a:cxnSpLocks noChangeShapeType="1"/>
              <a:stCxn id="60431" idx="3"/>
              <a:endCxn id="60428" idx="7"/>
            </p:cNvCxnSpPr>
            <p:nvPr/>
          </p:nvCxnSpPr>
          <p:spPr bwMode="auto">
            <a:xfrm flipH="1">
              <a:off x="3242" y="2630"/>
              <a:ext cx="429" cy="2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8" name="AutoShape 20"/>
            <p:cNvCxnSpPr>
              <a:cxnSpLocks noChangeShapeType="1"/>
              <a:stCxn id="60431" idx="2"/>
              <a:endCxn id="60427" idx="6"/>
            </p:cNvCxnSpPr>
            <p:nvPr/>
          </p:nvCxnSpPr>
          <p:spPr bwMode="auto">
            <a:xfrm flipH="1">
              <a:off x="2267" y="2474"/>
              <a:ext cx="1341" cy="4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9" name="AutoShape 21"/>
            <p:cNvCxnSpPr>
              <a:cxnSpLocks noChangeShapeType="1"/>
              <a:stCxn id="60430" idx="4"/>
              <a:endCxn id="60431" idx="7"/>
            </p:cNvCxnSpPr>
            <p:nvPr/>
          </p:nvCxnSpPr>
          <p:spPr bwMode="auto">
            <a:xfrm flipH="1">
              <a:off x="3977" y="2080"/>
              <a:ext cx="193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0" name="AutoShape 22"/>
            <p:cNvCxnSpPr>
              <a:cxnSpLocks noChangeShapeType="1"/>
              <a:stCxn id="60430" idx="5"/>
              <a:endCxn id="60434" idx="1"/>
            </p:cNvCxnSpPr>
            <p:nvPr/>
          </p:nvCxnSpPr>
          <p:spPr bwMode="auto">
            <a:xfrm>
              <a:off x="4323" y="2016"/>
              <a:ext cx="429" cy="74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1" name="AutoShape 23"/>
            <p:cNvCxnSpPr>
              <a:cxnSpLocks noChangeShapeType="1"/>
              <a:stCxn id="60434" idx="0"/>
              <a:endCxn id="60433" idx="4"/>
            </p:cNvCxnSpPr>
            <p:nvPr/>
          </p:nvCxnSpPr>
          <p:spPr bwMode="auto">
            <a:xfrm flipV="1">
              <a:off x="4905" y="2343"/>
              <a:ext cx="173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2" name="AutoShape 24"/>
            <p:cNvCxnSpPr>
              <a:cxnSpLocks noChangeShapeType="1"/>
              <a:stCxn id="60433" idx="0"/>
              <a:endCxn id="60424" idx="4"/>
            </p:cNvCxnSpPr>
            <p:nvPr/>
          </p:nvCxnSpPr>
          <p:spPr bwMode="auto">
            <a:xfrm flipV="1">
              <a:off x="5078" y="1159"/>
              <a:ext cx="130" cy="7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3" name="AutoShape 25"/>
            <p:cNvCxnSpPr>
              <a:cxnSpLocks noChangeShapeType="1"/>
              <a:stCxn id="60423" idx="7"/>
            </p:cNvCxnSpPr>
            <p:nvPr/>
          </p:nvCxnSpPr>
          <p:spPr bwMode="auto">
            <a:xfrm flipV="1">
              <a:off x="1425" y="2024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4" name="AutoShape 26"/>
            <p:cNvCxnSpPr>
              <a:cxnSpLocks noChangeShapeType="1"/>
              <a:stCxn id="60425" idx="1"/>
              <a:endCxn id="60426" idx="5"/>
            </p:cNvCxnSpPr>
            <p:nvPr/>
          </p:nvCxnSpPr>
          <p:spPr bwMode="auto">
            <a:xfrm flipH="1" flipV="1">
              <a:off x="1771" y="1533"/>
              <a:ext cx="602" cy="34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5" name="AutoShape 27"/>
            <p:cNvCxnSpPr>
              <a:cxnSpLocks noChangeShapeType="1"/>
              <a:endCxn id="60432" idx="2"/>
            </p:cNvCxnSpPr>
            <p:nvPr/>
          </p:nvCxnSpPr>
          <p:spPr bwMode="auto">
            <a:xfrm flipV="1">
              <a:off x="1791" y="983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6" name="AutoShape 28"/>
            <p:cNvCxnSpPr>
              <a:cxnSpLocks noChangeShapeType="1"/>
              <a:stCxn id="60429" idx="2"/>
              <a:endCxn id="60432" idx="6"/>
            </p:cNvCxnSpPr>
            <p:nvPr/>
          </p:nvCxnSpPr>
          <p:spPr bwMode="auto">
            <a:xfrm flipH="1" flipV="1">
              <a:off x="2613" y="983"/>
              <a:ext cx="735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7" name="AutoShape 29"/>
            <p:cNvCxnSpPr>
              <a:cxnSpLocks noChangeShapeType="1"/>
              <a:stCxn id="60425" idx="7"/>
              <a:endCxn id="60429" idx="3"/>
            </p:cNvCxnSpPr>
            <p:nvPr/>
          </p:nvCxnSpPr>
          <p:spPr bwMode="auto">
            <a:xfrm flipV="1">
              <a:off x="2680" y="1489"/>
              <a:ext cx="731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8" name="AutoShape 30"/>
            <p:cNvCxnSpPr>
              <a:cxnSpLocks noChangeShapeType="1"/>
              <a:stCxn id="60425" idx="6"/>
              <a:endCxn id="60430" idx="2"/>
            </p:cNvCxnSpPr>
            <p:nvPr/>
          </p:nvCxnSpPr>
          <p:spPr bwMode="auto">
            <a:xfrm flipV="1">
              <a:off x="2743" y="1860"/>
              <a:ext cx="1211" cy="1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49" name="AutoShape 31"/>
            <p:cNvCxnSpPr>
              <a:cxnSpLocks noChangeShapeType="1"/>
              <a:stCxn id="60433" idx="1"/>
              <a:endCxn id="60429" idx="6"/>
            </p:cNvCxnSpPr>
            <p:nvPr/>
          </p:nvCxnSpPr>
          <p:spPr bwMode="auto">
            <a:xfrm rot="5400000" flipH="1">
              <a:off x="4036" y="1079"/>
              <a:ext cx="634" cy="114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50" name="AutoShape 32"/>
            <p:cNvCxnSpPr>
              <a:cxnSpLocks noChangeShapeType="1"/>
              <a:stCxn id="60423" idx="6"/>
              <a:endCxn id="60430" idx="3"/>
            </p:cNvCxnSpPr>
            <p:nvPr/>
          </p:nvCxnSpPr>
          <p:spPr bwMode="auto">
            <a:xfrm flipV="1">
              <a:off x="1500" y="2016"/>
              <a:ext cx="2517" cy="41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451" name="Text Box 34"/>
            <p:cNvSpPr txBox="1">
              <a:spLocks noChangeArrowheads="1"/>
            </p:cNvSpPr>
            <p:nvPr/>
          </p:nvSpPr>
          <p:spPr bwMode="auto">
            <a:xfrm>
              <a:off x="576" y="1728"/>
              <a:ext cx="912" cy="44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algn="ctr">
              <a:solidFill>
                <a:schemeClr val="bg2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0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bước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từ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start</a:t>
              </a:r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E3CB6D6-B2D1-92E4-3152-D1C99723AEA0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05F51FC-F0E2-7C8A-789C-C2F1A7DA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8F9A2-3143-7A32-0FD2-19F33C238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188B8F-07F0-1F8B-782B-351E2F5BE97C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8B743E08-5E92-469A-B464-DB44348BC16D}" type="slidenum">
              <a:rPr lang="en-US" altLang="en-US" smtClean="0">
                <a:latin typeface="Garamond" pitchFamily="18" charset="0"/>
              </a:rPr>
              <a:pPr eaLnBrk="1" hangingPunct="1"/>
              <a:t>12</a:t>
            </a:fld>
            <a:endParaRPr lang="en-US" altLang="en-US">
              <a:latin typeface="Garamond" pitchFamily="18" charset="0"/>
            </a:endParaRPr>
          </a:p>
        </p:txBody>
      </p:sp>
      <p:grpSp>
        <p:nvGrpSpPr>
          <p:cNvPr id="61445" name="Group 35"/>
          <p:cNvGrpSpPr>
            <a:grpSpLocks/>
          </p:cNvGrpSpPr>
          <p:nvPr/>
        </p:nvGrpSpPr>
        <p:grpSpPr bwMode="auto">
          <a:xfrm>
            <a:off x="2514600" y="1143000"/>
            <a:ext cx="7696200" cy="4267200"/>
            <a:chOff x="624" y="720"/>
            <a:chExt cx="4848" cy="2688"/>
          </a:xfrm>
        </p:grpSpPr>
        <p:sp>
          <p:nvSpPr>
            <p:cNvPr id="61447" name="AutoShape 2"/>
            <p:cNvSpPr>
              <a:spLocks noChangeArrowheads="1"/>
            </p:cNvSpPr>
            <p:nvPr/>
          </p:nvSpPr>
          <p:spPr bwMode="auto">
            <a:xfrm>
              <a:off x="1104" y="2355"/>
              <a:ext cx="432" cy="439"/>
            </a:xfrm>
            <a:prstGeom prst="flowChartConnector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Arial" pitchFamily="34" charset="0"/>
                </a:rPr>
                <a:t>START</a:t>
              </a:r>
            </a:p>
          </p:txBody>
        </p:sp>
        <p:sp>
          <p:nvSpPr>
            <p:cNvPr id="61448" name="AutoShape 3"/>
            <p:cNvSpPr>
              <a:spLocks noChangeArrowheads="1"/>
            </p:cNvSpPr>
            <p:nvPr/>
          </p:nvSpPr>
          <p:spPr bwMode="auto">
            <a:xfrm>
              <a:off x="5040" y="864"/>
              <a:ext cx="432" cy="439"/>
            </a:xfrm>
            <a:prstGeom prst="flowChartConnector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latin typeface="Arial" pitchFamily="34" charset="0"/>
                </a:rPr>
                <a:t>GOAL</a:t>
              </a:r>
            </a:p>
          </p:txBody>
        </p:sp>
        <p:sp>
          <p:nvSpPr>
            <p:cNvPr id="61449" name="AutoShape 4"/>
            <p:cNvSpPr>
              <a:spLocks noChangeArrowheads="1"/>
            </p:cNvSpPr>
            <p:nvPr/>
          </p:nvSpPr>
          <p:spPr bwMode="auto">
            <a:xfrm>
              <a:off x="2358" y="1961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d</a:t>
              </a:r>
            </a:p>
          </p:txBody>
        </p:sp>
        <p:sp>
          <p:nvSpPr>
            <p:cNvPr id="61450" name="AutoShape 5"/>
            <p:cNvSpPr>
              <a:spLocks noChangeArrowheads="1"/>
            </p:cNvSpPr>
            <p:nvPr/>
          </p:nvSpPr>
          <p:spPr bwMode="auto">
            <a:xfrm>
              <a:off x="1450" y="130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b</a:t>
              </a:r>
            </a:p>
          </p:txBody>
        </p:sp>
        <p:sp>
          <p:nvSpPr>
            <p:cNvPr id="61451" name="AutoShape 6"/>
            <p:cNvSpPr>
              <a:spLocks noChangeArrowheads="1"/>
            </p:cNvSpPr>
            <p:nvPr/>
          </p:nvSpPr>
          <p:spPr bwMode="auto">
            <a:xfrm>
              <a:off x="1882" y="2838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p</a:t>
              </a:r>
            </a:p>
          </p:txBody>
        </p:sp>
        <p:sp>
          <p:nvSpPr>
            <p:cNvPr id="61452" name="AutoShape 7"/>
            <p:cNvSpPr>
              <a:spLocks noChangeArrowheads="1"/>
            </p:cNvSpPr>
            <p:nvPr/>
          </p:nvSpPr>
          <p:spPr bwMode="auto">
            <a:xfrm>
              <a:off x="2920" y="296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q</a:t>
              </a:r>
            </a:p>
          </p:txBody>
        </p:sp>
        <p:sp>
          <p:nvSpPr>
            <p:cNvPr id="61453" name="AutoShape 8"/>
            <p:cNvSpPr>
              <a:spLocks noChangeArrowheads="1"/>
            </p:cNvSpPr>
            <p:nvPr/>
          </p:nvSpPr>
          <p:spPr bwMode="auto">
            <a:xfrm>
              <a:off x="3396" y="125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c</a:t>
              </a:r>
            </a:p>
          </p:txBody>
        </p:sp>
        <p:sp>
          <p:nvSpPr>
            <p:cNvPr id="61454" name="AutoShape 9"/>
            <p:cNvSpPr>
              <a:spLocks noChangeArrowheads="1"/>
            </p:cNvSpPr>
            <p:nvPr/>
          </p:nvSpPr>
          <p:spPr bwMode="auto">
            <a:xfrm>
              <a:off x="4002" y="1785"/>
              <a:ext cx="432" cy="439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e</a:t>
              </a:r>
            </a:p>
          </p:txBody>
        </p:sp>
        <p:sp>
          <p:nvSpPr>
            <p:cNvPr id="61455" name="AutoShape 10"/>
            <p:cNvSpPr>
              <a:spLocks noChangeArrowheads="1"/>
            </p:cNvSpPr>
            <p:nvPr/>
          </p:nvSpPr>
          <p:spPr bwMode="auto">
            <a:xfrm>
              <a:off x="3656" y="239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h</a:t>
              </a:r>
            </a:p>
          </p:txBody>
        </p:sp>
        <p:sp>
          <p:nvSpPr>
            <p:cNvPr id="61456" name="AutoShape 11"/>
            <p:cNvSpPr>
              <a:spLocks noChangeArrowheads="1"/>
            </p:cNvSpPr>
            <p:nvPr/>
          </p:nvSpPr>
          <p:spPr bwMode="auto">
            <a:xfrm>
              <a:off x="2228" y="9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61457" name="AutoShape 12"/>
            <p:cNvSpPr>
              <a:spLocks noChangeArrowheads="1"/>
            </p:cNvSpPr>
            <p:nvPr/>
          </p:nvSpPr>
          <p:spPr bwMode="auto">
            <a:xfrm>
              <a:off x="4910" y="204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61458" name="AutoShape 13"/>
            <p:cNvSpPr>
              <a:spLocks noChangeArrowheads="1"/>
            </p:cNvSpPr>
            <p:nvPr/>
          </p:nvSpPr>
          <p:spPr bwMode="auto">
            <a:xfrm>
              <a:off x="4737" y="283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61459" name="AutoShape 14"/>
            <p:cNvCxnSpPr>
              <a:cxnSpLocks noChangeShapeType="1"/>
              <a:stCxn id="61447" idx="5"/>
              <a:endCxn id="61451" idx="2"/>
            </p:cNvCxnSpPr>
            <p:nvPr/>
          </p:nvCxnSpPr>
          <p:spPr bwMode="auto">
            <a:xfrm>
              <a:off x="1473" y="2742"/>
              <a:ext cx="397" cy="315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0" name="AutoShape 15"/>
            <p:cNvCxnSpPr>
              <a:cxnSpLocks noChangeShapeType="1"/>
              <a:stCxn id="61451" idx="5"/>
              <a:endCxn id="61452" idx="2"/>
            </p:cNvCxnSpPr>
            <p:nvPr/>
          </p:nvCxnSpPr>
          <p:spPr bwMode="auto">
            <a:xfrm flipV="1">
              <a:off x="2252" y="3189"/>
              <a:ext cx="668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1" name="AutoShape 16"/>
            <p:cNvCxnSpPr>
              <a:cxnSpLocks noChangeShapeType="1"/>
              <a:stCxn id="61455" idx="3"/>
              <a:endCxn id="61452" idx="7"/>
            </p:cNvCxnSpPr>
            <p:nvPr/>
          </p:nvCxnSpPr>
          <p:spPr bwMode="auto">
            <a:xfrm flipH="1">
              <a:off x="3290" y="2774"/>
              <a:ext cx="429" cy="2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2" name="AutoShape 17"/>
            <p:cNvCxnSpPr>
              <a:cxnSpLocks noChangeShapeType="1"/>
              <a:stCxn id="61455" idx="2"/>
              <a:endCxn id="61451" idx="6"/>
            </p:cNvCxnSpPr>
            <p:nvPr/>
          </p:nvCxnSpPr>
          <p:spPr bwMode="auto">
            <a:xfrm flipH="1">
              <a:off x="2327" y="2619"/>
              <a:ext cx="1329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3" name="AutoShape 18"/>
            <p:cNvCxnSpPr>
              <a:cxnSpLocks noChangeShapeType="1"/>
              <a:stCxn id="61454" idx="4"/>
              <a:endCxn id="61455" idx="7"/>
            </p:cNvCxnSpPr>
            <p:nvPr/>
          </p:nvCxnSpPr>
          <p:spPr bwMode="auto">
            <a:xfrm flipH="1">
              <a:off x="4025" y="2236"/>
              <a:ext cx="193" cy="2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4" name="AutoShape 19"/>
            <p:cNvCxnSpPr>
              <a:cxnSpLocks noChangeShapeType="1"/>
              <a:stCxn id="61454" idx="5"/>
              <a:endCxn id="61458" idx="1"/>
            </p:cNvCxnSpPr>
            <p:nvPr/>
          </p:nvCxnSpPr>
          <p:spPr bwMode="auto">
            <a:xfrm>
              <a:off x="4371" y="2172"/>
              <a:ext cx="429" cy="7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5" name="AutoShape 20"/>
            <p:cNvCxnSpPr>
              <a:cxnSpLocks noChangeShapeType="1"/>
              <a:stCxn id="61458" idx="0"/>
              <a:endCxn id="61457" idx="4"/>
            </p:cNvCxnSpPr>
            <p:nvPr/>
          </p:nvCxnSpPr>
          <p:spPr bwMode="auto">
            <a:xfrm flipV="1">
              <a:off x="4953" y="2487"/>
              <a:ext cx="173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6" name="AutoShape 21"/>
            <p:cNvCxnSpPr>
              <a:cxnSpLocks noChangeShapeType="1"/>
              <a:stCxn id="61457" idx="0"/>
              <a:endCxn id="61448" idx="4"/>
            </p:cNvCxnSpPr>
            <p:nvPr/>
          </p:nvCxnSpPr>
          <p:spPr bwMode="auto">
            <a:xfrm flipV="1">
              <a:off x="5126" y="1303"/>
              <a:ext cx="130" cy="7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7" name="AutoShape 22"/>
            <p:cNvCxnSpPr>
              <a:cxnSpLocks noChangeShapeType="1"/>
              <a:stCxn id="61447" idx="7"/>
            </p:cNvCxnSpPr>
            <p:nvPr/>
          </p:nvCxnSpPr>
          <p:spPr bwMode="auto">
            <a:xfrm flipV="1">
              <a:off x="1473" y="2168"/>
              <a:ext cx="885" cy="239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8" name="AutoShape 23"/>
            <p:cNvCxnSpPr>
              <a:cxnSpLocks noChangeShapeType="1"/>
              <a:stCxn id="61449" idx="1"/>
              <a:endCxn id="61450" idx="5"/>
            </p:cNvCxnSpPr>
            <p:nvPr/>
          </p:nvCxnSpPr>
          <p:spPr bwMode="auto">
            <a:xfrm flipH="1" flipV="1">
              <a:off x="1819" y="1677"/>
              <a:ext cx="602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69" name="AutoShape 24"/>
            <p:cNvCxnSpPr>
              <a:cxnSpLocks noChangeShapeType="1"/>
              <a:endCxn id="61456" idx="2"/>
            </p:cNvCxnSpPr>
            <p:nvPr/>
          </p:nvCxnSpPr>
          <p:spPr bwMode="auto">
            <a:xfrm flipV="1">
              <a:off x="1839" y="112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70" name="AutoShape 25"/>
            <p:cNvCxnSpPr>
              <a:cxnSpLocks noChangeShapeType="1"/>
              <a:stCxn id="61453" idx="2"/>
              <a:endCxn id="61456" idx="6"/>
            </p:cNvCxnSpPr>
            <p:nvPr/>
          </p:nvCxnSpPr>
          <p:spPr bwMode="auto">
            <a:xfrm flipH="1" flipV="1">
              <a:off x="2661" y="1127"/>
              <a:ext cx="735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71" name="AutoShape 26"/>
            <p:cNvCxnSpPr>
              <a:cxnSpLocks noChangeShapeType="1"/>
              <a:stCxn id="61449" idx="7"/>
              <a:endCxn id="61453" idx="3"/>
            </p:cNvCxnSpPr>
            <p:nvPr/>
          </p:nvCxnSpPr>
          <p:spPr bwMode="auto">
            <a:xfrm flipV="1">
              <a:off x="2728" y="1633"/>
              <a:ext cx="731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72" name="AutoShape 27"/>
            <p:cNvCxnSpPr>
              <a:cxnSpLocks noChangeShapeType="1"/>
              <a:stCxn id="61449" idx="6"/>
              <a:endCxn id="61454" idx="2"/>
            </p:cNvCxnSpPr>
            <p:nvPr/>
          </p:nvCxnSpPr>
          <p:spPr bwMode="auto">
            <a:xfrm flipV="1">
              <a:off x="2803" y="200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73" name="AutoShape 28"/>
            <p:cNvCxnSpPr>
              <a:cxnSpLocks noChangeShapeType="1"/>
              <a:stCxn id="61457" idx="1"/>
              <a:endCxn id="61453" idx="6"/>
            </p:cNvCxnSpPr>
            <p:nvPr/>
          </p:nvCxnSpPr>
          <p:spPr bwMode="auto">
            <a:xfrm rot="5400000" flipH="1">
              <a:off x="4084" y="1223"/>
              <a:ext cx="634" cy="114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74" name="AutoShape 29"/>
            <p:cNvCxnSpPr>
              <a:cxnSpLocks noChangeShapeType="1"/>
              <a:stCxn id="61447" idx="6"/>
              <a:endCxn id="61454" idx="3"/>
            </p:cNvCxnSpPr>
            <p:nvPr/>
          </p:nvCxnSpPr>
          <p:spPr bwMode="auto">
            <a:xfrm flipV="1">
              <a:off x="1548" y="2172"/>
              <a:ext cx="2517" cy="403"/>
            </a:xfrm>
            <a:prstGeom prst="curvedConnector2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475" name="Text Box 31"/>
            <p:cNvSpPr txBox="1">
              <a:spLocks noChangeArrowheads="1"/>
            </p:cNvSpPr>
            <p:nvPr/>
          </p:nvSpPr>
          <p:spPr bwMode="auto">
            <a:xfrm>
              <a:off x="624" y="1872"/>
              <a:ext cx="912" cy="44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algn="ctr">
              <a:solidFill>
                <a:schemeClr val="bg2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0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bước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từ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start</a:t>
              </a:r>
            </a:p>
          </p:txBody>
        </p:sp>
        <p:sp>
          <p:nvSpPr>
            <p:cNvPr id="61476" name="Text Box 32"/>
            <p:cNvSpPr txBox="1">
              <a:spLocks noChangeArrowheads="1"/>
            </p:cNvSpPr>
            <p:nvPr/>
          </p:nvSpPr>
          <p:spPr bwMode="auto">
            <a:xfrm>
              <a:off x="720" y="720"/>
              <a:ext cx="912" cy="448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1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bước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từ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start</a:t>
              </a:r>
            </a:p>
          </p:txBody>
        </p:sp>
      </p:grpSp>
      <p:sp>
        <p:nvSpPr>
          <p:cNvPr id="61446" name="Rectangle 2"/>
          <p:cNvSpPr>
            <a:spLocks noChangeArrowheads="1"/>
          </p:cNvSpPr>
          <p:nvPr/>
        </p:nvSpPr>
        <p:spPr bwMode="auto">
          <a:xfrm>
            <a:off x="1676400" y="174626"/>
            <a:ext cx="8763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II.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Tìm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kiếm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theo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chiều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rộng</a:t>
            </a:r>
            <a:endParaRPr lang="en-US" sz="4400" b="1" dirty="0">
              <a:solidFill>
                <a:srgbClr val="C00000"/>
              </a:solidFill>
              <a:latin typeface="Tahoma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92FB178-2FDC-A61A-F1B6-D7D03E7EB155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00F8DA10-5AE0-9283-D1CB-57E7EF48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2CC4C-F7C9-83B6-467D-0ECCA7D3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3631B8-EB71-A1D4-67F8-E9A0BCDCA577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1832106C-13ED-449F-B004-21DF47C86D59}" type="slidenum">
              <a:rPr lang="en-US" altLang="en-US" smtClean="0">
                <a:latin typeface="Garamond" pitchFamily="18" charset="0"/>
              </a:rPr>
              <a:pPr eaLnBrk="1" hangingPunct="1"/>
              <a:t>13</a:t>
            </a:fld>
            <a:endParaRPr lang="en-US" altLang="en-US">
              <a:latin typeface="Garamond" pitchFamily="18" charset="0"/>
            </a:endParaRPr>
          </a:p>
        </p:txBody>
      </p:sp>
      <p:grpSp>
        <p:nvGrpSpPr>
          <p:cNvPr id="62469" name="Group 36"/>
          <p:cNvGrpSpPr>
            <a:grpSpLocks/>
          </p:cNvGrpSpPr>
          <p:nvPr/>
        </p:nvGrpSpPr>
        <p:grpSpPr bwMode="auto">
          <a:xfrm>
            <a:off x="2514600" y="1066801"/>
            <a:ext cx="7696200" cy="5133975"/>
            <a:chOff x="624" y="672"/>
            <a:chExt cx="4848" cy="3234"/>
          </a:xfrm>
        </p:grpSpPr>
        <p:sp>
          <p:nvSpPr>
            <p:cNvPr id="62471" name="AutoShape 2"/>
            <p:cNvSpPr>
              <a:spLocks noChangeArrowheads="1"/>
            </p:cNvSpPr>
            <p:nvPr/>
          </p:nvSpPr>
          <p:spPr bwMode="auto">
            <a:xfrm>
              <a:off x="1104" y="2307"/>
              <a:ext cx="432" cy="439"/>
            </a:xfrm>
            <a:prstGeom prst="flowChartConnector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Arial" pitchFamily="34" charset="0"/>
                </a:rPr>
                <a:t>START</a:t>
              </a:r>
            </a:p>
          </p:txBody>
        </p:sp>
        <p:sp>
          <p:nvSpPr>
            <p:cNvPr id="62472" name="AutoShape 3"/>
            <p:cNvSpPr>
              <a:spLocks noChangeArrowheads="1"/>
            </p:cNvSpPr>
            <p:nvPr/>
          </p:nvSpPr>
          <p:spPr bwMode="auto">
            <a:xfrm>
              <a:off x="5040" y="816"/>
              <a:ext cx="432" cy="439"/>
            </a:xfrm>
            <a:prstGeom prst="flowChartConnector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latin typeface="Arial" pitchFamily="34" charset="0"/>
                </a:rPr>
                <a:t>GOAL</a:t>
              </a:r>
            </a:p>
          </p:txBody>
        </p:sp>
        <p:sp>
          <p:nvSpPr>
            <p:cNvPr id="62473" name="AutoShape 4"/>
            <p:cNvSpPr>
              <a:spLocks noChangeArrowheads="1"/>
            </p:cNvSpPr>
            <p:nvPr/>
          </p:nvSpPr>
          <p:spPr bwMode="auto">
            <a:xfrm>
              <a:off x="2358" y="1913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d</a:t>
              </a:r>
            </a:p>
          </p:txBody>
        </p:sp>
        <p:sp>
          <p:nvSpPr>
            <p:cNvPr id="62474" name="AutoShape 5"/>
            <p:cNvSpPr>
              <a:spLocks noChangeArrowheads="1"/>
            </p:cNvSpPr>
            <p:nvPr/>
          </p:nvSpPr>
          <p:spPr bwMode="auto">
            <a:xfrm>
              <a:off x="1450" y="1255"/>
              <a:ext cx="432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b</a:t>
              </a:r>
            </a:p>
          </p:txBody>
        </p:sp>
        <p:sp>
          <p:nvSpPr>
            <p:cNvPr id="62475" name="AutoShape 6"/>
            <p:cNvSpPr>
              <a:spLocks noChangeArrowheads="1"/>
            </p:cNvSpPr>
            <p:nvPr/>
          </p:nvSpPr>
          <p:spPr bwMode="auto">
            <a:xfrm>
              <a:off x="1882" y="2790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p</a:t>
              </a:r>
            </a:p>
          </p:txBody>
        </p:sp>
        <p:sp>
          <p:nvSpPr>
            <p:cNvPr id="62476" name="AutoShape 7"/>
            <p:cNvSpPr>
              <a:spLocks noChangeArrowheads="1"/>
            </p:cNvSpPr>
            <p:nvPr/>
          </p:nvSpPr>
          <p:spPr bwMode="auto">
            <a:xfrm>
              <a:off x="2920" y="2921"/>
              <a:ext cx="433" cy="439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q</a:t>
              </a:r>
            </a:p>
          </p:txBody>
        </p:sp>
        <p:sp>
          <p:nvSpPr>
            <p:cNvPr id="62477" name="AutoShape 8"/>
            <p:cNvSpPr>
              <a:spLocks noChangeArrowheads="1"/>
            </p:cNvSpPr>
            <p:nvPr/>
          </p:nvSpPr>
          <p:spPr bwMode="auto">
            <a:xfrm>
              <a:off x="3396" y="1211"/>
              <a:ext cx="433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c</a:t>
              </a:r>
            </a:p>
          </p:txBody>
        </p:sp>
        <p:sp>
          <p:nvSpPr>
            <p:cNvPr id="62478" name="AutoShape 9"/>
            <p:cNvSpPr>
              <a:spLocks noChangeArrowheads="1"/>
            </p:cNvSpPr>
            <p:nvPr/>
          </p:nvSpPr>
          <p:spPr bwMode="auto">
            <a:xfrm>
              <a:off x="4002" y="1737"/>
              <a:ext cx="432" cy="439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e</a:t>
              </a:r>
            </a:p>
          </p:txBody>
        </p:sp>
        <p:sp>
          <p:nvSpPr>
            <p:cNvPr id="62479" name="AutoShape 10"/>
            <p:cNvSpPr>
              <a:spLocks noChangeArrowheads="1"/>
            </p:cNvSpPr>
            <p:nvPr/>
          </p:nvSpPr>
          <p:spPr bwMode="auto">
            <a:xfrm>
              <a:off x="3656" y="2351"/>
              <a:ext cx="432" cy="439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h</a:t>
              </a:r>
            </a:p>
          </p:txBody>
        </p:sp>
        <p:sp>
          <p:nvSpPr>
            <p:cNvPr id="62480" name="AutoShape 11"/>
            <p:cNvSpPr>
              <a:spLocks noChangeArrowheads="1"/>
            </p:cNvSpPr>
            <p:nvPr/>
          </p:nvSpPr>
          <p:spPr bwMode="auto">
            <a:xfrm>
              <a:off x="2228" y="860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62481" name="AutoShape 12"/>
            <p:cNvSpPr>
              <a:spLocks noChangeArrowheads="1"/>
            </p:cNvSpPr>
            <p:nvPr/>
          </p:nvSpPr>
          <p:spPr bwMode="auto">
            <a:xfrm>
              <a:off x="4910" y="2000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62482" name="AutoShape 13"/>
            <p:cNvSpPr>
              <a:spLocks noChangeArrowheads="1"/>
            </p:cNvSpPr>
            <p:nvPr/>
          </p:nvSpPr>
          <p:spPr bwMode="auto">
            <a:xfrm>
              <a:off x="4737" y="2790"/>
              <a:ext cx="432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62483" name="AutoShape 14"/>
            <p:cNvCxnSpPr>
              <a:cxnSpLocks noChangeShapeType="1"/>
              <a:stCxn id="62471" idx="5"/>
              <a:endCxn id="62475" idx="2"/>
            </p:cNvCxnSpPr>
            <p:nvPr/>
          </p:nvCxnSpPr>
          <p:spPr bwMode="auto">
            <a:xfrm>
              <a:off x="1473" y="2694"/>
              <a:ext cx="397" cy="315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4" name="AutoShape 15"/>
            <p:cNvCxnSpPr>
              <a:cxnSpLocks noChangeShapeType="1"/>
              <a:stCxn id="62475" idx="5"/>
              <a:endCxn id="62476" idx="2"/>
            </p:cNvCxnSpPr>
            <p:nvPr/>
          </p:nvCxnSpPr>
          <p:spPr bwMode="auto">
            <a:xfrm flipV="1">
              <a:off x="2252" y="3141"/>
              <a:ext cx="656" cy="35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5" name="AutoShape 16"/>
            <p:cNvCxnSpPr>
              <a:cxnSpLocks noChangeShapeType="1"/>
              <a:stCxn id="62479" idx="3"/>
              <a:endCxn id="62476" idx="7"/>
            </p:cNvCxnSpPr>
            <p:nvPr/>
          </p:nvCxnSpPr>
          <p:spPr bwMode="auto">
            <a:xfrm flipH="1">
              <a:off x="3290" y="2738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6" name="AutoShape 17"/>
            <p:cNvCxnSpPr>
              <a:cxnSpLocks noChangeShapeType="1"/>
              <a:stCxn id="62479" idx="2"/>
              <a:endCxn id="62475" idx="6"/>
            </p:cNvCxnSpPr>
            <p:nvPr/>
          </p:nvCxnSpPr>
          <p:spPr bwMode="auto">
            <a:xfrm flipH="1">
              <a:off x="2327" y="2571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7" name="AutoShape 18"/>
            <p:cNvCxnSpPr>
              <a:cxnSpLocks noChangeShapeType="1"/>
              <a:stCxn id="62478" idx="4"/>
              <a:endCxn id="62479" idx="7"/>
            </p:cNvCxnSpPr>
            <p:nvPr/>
          </p:nvCxnSpPr>
          <p:spPr bwMode="auto">
            <a:xfrm flipH="1">
              <a:off x="4025" y="2188"/>
              <a:ext cx="193" cy="215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8" name="AutoShape 19"/>
            <p:cNvCxnSpPr>
              <a:cxnSpLocks noChangeShapeType="1"/>
              <a:stCxn id="62478" idx="5"/>
              <a:endCxn id="62482" idx="1"/>
            </p:cNvCxnSpPr>
            <p:nvPr/>
          </p:nvCxnSpPr>
          <p:spPr bwMode="auto">
            <a:xfrm>
              <a:off x="4371" y="2124"/>
              <a:ext cx="429" cy="718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9" name="AutoShape 20"/>
            <p:cNvCxnSpPr>
              <a:cxnSpLocks noChangeShapeType="1"/>
              <a:stCxn id="62482" idx="0"/>
              <a:endCxn id="62481" idx="4"/>
            </p:cNvCxnSpPr>
            <p:nvPr/>
          </p:nvCxnSpPr>
          <p:spPr bwMode="auto">
            <a:xfrm flipV="1">
              <a:off x="4953" y="2439"/>
              <a:ext cx="173" cy="3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0" name="AutoShape 21"/>
            <p:cNvCxnSpPr>
              <a:cxnSpLocks noChangeShapeType="1"/>
              <a:stCxn id="62481" idx="0"/>
              <a:endCxn id="62472" idx="4"/>
            </p:cNvCxnSpPr>
            <p:nvPr/>
          </p:nvCxnSpPr>
          <p:spPr bwMode="auto">
            <a:xfrm flipV="1">
              <a:off x="5126" y="1255"/>
              <a:ext cx="130" cy="7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1" name="AutoShape 22"/>
            <p:cNvCxnSpPr>
              <a:cxnSpLocks noChangeShapeType="1"/>
              <a:stCxn id="62471" idx="7"/>
            </p:cNvCxnSpPr>
            <p:nvPr/>
          </p:nvCxnSpPr>
          <p:spPr bwMode="auto">
            <a:xfrm flipV="1">
              <a:off x="1473" y="2120"/>
              <a:ext cx="885" cy="239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2" name="AutoShape 23"/>
            <p:cNvCxnSpPr>
              <a:cxnSpLocks noChangeShapeType="1"/>
              <a:stCxn id="62473" idx="1"/>
              <a:endCxn id="62474" idx="5"/>
            </p:cNvCxnSpPr>
            <p:nvPr/>
          </p:nvCxnSpPr>
          <p:spPr bwMode="auto">
            <a:xfrm flipH="1" flipV="1">
              <a:off x="1819" y="1641"/>
              <a:ext cx="602" cy="324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3" name="AutoShape 24"/>
            <p:cNvCxnSpPr>
              <a:cxnSpLocks noChangeShapeType="1"/>
              <a:endCxn id="62480" idx="2"/>
            </p:cNvCxnSpPr>
            <p:nvPr/>
          </p:nvCxnSpPr>
          <p:spPr bwMode="auto">
            <a:xfrm flipV="1">
              <a:off x="1839" y="1079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4" name="AutoShape 25"/>
            <p:cNvCxnSpPr>
              <a:cxnSpLocks noChangeShapeType="1"/>
              <a:stCxn id="62477" idx="2"/>
              <a:endCxn id="62480" idx="6"/>
            </p:cNvCxnSpPr>
            <p:nvPr/>
          </p:nvCxnSpPr>
          <p:spPr bwMode="auto">
            <a:xfrm flipH="1" flipV="1">
              <a:off x="2661" y="1079"/>
              <a:ext cx="723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5" name="AutoShape 26"/>
            <p:cNvCxnSpPr>
              <a:cxnSpLocks noChangeShapeType="1"/>
              <a:stCxn id="62473" idx="7"/>
              <a:endCxn id="62477" idx="3"/>
            </p:cNvCxnSpPr>
            <p:nvPr/>
          </p:nvCxnSpPr>
          <p:spPr bwMode="auto">
            <a:xfrm flipV="1">
              <a:off x="2728" y="1597"/>
              <a:ext cx="731" cy="368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6" name="AutoShape 27"/>
            <p:cNvCxnSpPr>
              <a:cxnSpLocks noChangeShapeType="1"/>
              <a:stCxn id="62473" idx="6"/>
              <a:endCxn id="62478" idx="2"/>
            </p:cNvCxnSpPr>
            <p:nvPr/>
          </p:nvCxnSpPr>
          <p:spPr bwMode="auto">
            <a:xfrm flipV="1">
              <a:off x="2803" y="1957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7" name="AutoShape 28"/>
            <p:cNvCxnSpPr>
              <a:cxnSpLocks noChangeShapeType="1"/>
              <a:stCxn id="62481" idx="1"/>
              <a:endCxn id="62477" idx="6"/>
            </p:cNvCxnSpPr>
            <p:nvPr/>
          </p:nvCxnSpPr>
          <p:spPr bwMode="auto">
            <a:xfrm rot="5400000" flipH="1">
              <a:off x="4090" y="1181"/>
              <a:ext cx="634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98" name="AutoShape 29"/>
            <p:cNvCxnSpPr>
              <a:cxnSpLocks noChangeShapeType="1"/>
              <a:stCxn id="62471" idx="6"/>
              <a:endCxn id="62478" idx="3"/>
            </p:cNvCxnSpPr>
            <p:nvPr/>
          </p:nvCxnSpPr>
          <p:spPr bwMode="auto">
            <a:xfrm flipV="1">
              <a:off x="1548" y="2124"/>
              <a:ext cx="2517" cy="403"/>
            </a:xfrm>
            <a:prstGeom prst="curvedConnector2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499" name="Text Box 31"/>
            <p:cNvSpPr txBox="1">
              <a:spLocks noChangeArrowheads="1"/>
            </p:cNvSpPr>
            <p:nvPr/>
          </p:nvSpPr>
          <p:spPr bwMode="auto">
            <a:xfrm>
              <a:off x="624" y="1824"/>
              <a:ext cx="912" cy="44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algn="ctr">
              <a:solidFill>
                <a:schemeClr val="bg2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0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bước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từ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start</a:t>
              </a:r>
            </a:p>
          </p:txBody>
        </p:sp>
        <p:sp>
          <p:nvSpPr>
            <p:cNvPr id="62500" name="Text Box 32"/>
            <p:cNvSpPr txBox="1">
              <a:spLocks noChangeArrowheads="1"/>
            </p:cNvSpPr>
            <p:nvPr/>
          </p:nvSpPr>
          <p:spPr bwMode="auto">
            <a:xfrm>
              <a:off x="720" y="672"/>
              <a:ext cx="912" cy="448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1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bước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</a:t>
              </a:r>
              <a:r>
                <a:rPr lang="en-US" sz="2000" b="1" dirty="0" err="1">
                  <a:solidFill>
                    <a:schemeClr val="tx2"/>
                  </a:solidFill>
                  <a:latin typeface="Arial" pitchFamily="34" charset="0"/>
                </a:rPr>
                <a:t>từ</a:t>
              </a:r>
              <a:r>
                <a:rPr lang="en-US" sz="2000" b="1" dirty="0">
                  <a:solidFill>
                    <a:schemeClr val="tx2"/>
                  </a:solidFill>
                  <a:latin typeface="Arial" pitchFamily="34" charset="0"/>
                </a:rPr>
                <a:t> start</a:t>
              </a:r>
            </a:p>
          </p:txBody>
        </p:sp>
        <p:sp>
          <p:nvSpPr>
            <p:cNvPr id="62501" name="Text Box 33"/>
            <p:cNvSpPr txBox="1">
              <a:spLocks noChangeArrowheads="1"/>
            </p:cNvSpPr>
            <p:nvPr/>
          </p:nvSpPr>
          <p:spPr bwMode="auto">
            <a:xfrm>
              <a:off x="2928" y="3456"/>
              <a:ext cx="912" cy="450"/>
            </a:xfrm>
            <a:prstGeom prst="rect">
              <a:avLst/>
            </a:prstGeom>
            <a:solidFill>
              <a:srgbClr val="00B050"/>
            </a:solidFill>
            <a:ln w="12700" algn="ctr">
              <a:solidFill>
                <a:srgbClr val="00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 dirty="0">
                  <a:latin typeface="Arial" pitchFamily="34" charset="0"/>
                </a:rPr>
                <a:t>2 </a:t>
              </a:r>
              <a:r>
                <a:rPr lang="en-US" sz="2000" b="1" dirty="0" err="1">
                  <a:latin typeface="Arial" pitchFamily="34" charset="0"/>
                </a:rPr>
                <a:t>bước</a:t>
              </a:r>
              <a:r>
                <a:rPr lang="en-US" sz="2000" b="1" dirty="0">
                  <a:latin typeface="Arial" pitchFamily="34" charset="0"/>
                </a:rPr>
                <a:t> </a:t>
              </a:r>
              <a:r>
                <a:rPr lang="en-US" sz="2000" b="1" dirty="0" err="1">
                  <a:latin typeface="Arial" pitchFamily="34" charset="0"/>
                </a:rPr>
                <a:t>từ</a:t>
              </a:r>
              <a:r>
                <a:rPr lang="en-US" sz="2000" b="1" dirty="0">
                  <a:latin typeface="Arial" pitchFamily="34" charset="0"/>
                </a:rPr>
                <a:t> start</a:t>
              </a:r>
            </a:p>
          </p:txBody>
        </p:sp>
      </p:grpSp>
      <p:sp>
        <p:nvSpPr>
          <p:cNvPr id="36" name="Rectangle 2">
            <a:extLst>
              <a:ext uri="{FF2B5EF4-FFF2-40B4-BE49-F238E27FC236}">
                <a16:creationId xmlns:a16="http://schemas.microsoft.com/office/drawing/2014/main" id="{16ADAD4A-11D5-4E29-B6F8-98B98829B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72752"/>
            <a:ext cx="908685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kern="0" dirty="0">
                <a:solidFill>
                  <a:srgbClr val="C00000"/>
                </a:solidFill>
              </a:rPr>
              <a:t>II. </a:t>
            </a:r>
            <a:r>
              <a:rPr lang="en-US" kern="0" dirty="0" err="1">
                <a:solidFill>
                  <a:srgbClr val="C00000"/>
                </a:solidFill>
              </a:rPr>
              <a:t>Tìm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kiếm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theo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chiều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rộng</a:t>
            </a:r>
            <a:endParaRPr lang="en-US" kern="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5ABF549-D200-0B81-DAC9-CBC1ED216F85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19F37B1-C9E4-E683-2567-8CA5EF2D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3DFA4-03B0-CE70-1213-4FF34BD72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60FF1D-6E90-C1D5-21EE-1BDD0B83042C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B3B84E6D-6F69-425C-BBA0-4AE05C813647}" type="slidenum">
              <a:rPr lang="en-US" altLang="en-US" smtClean="0">
                <a:latin typeface="Garamond" pitchFamily="18" charset="0"/>
              </a:rPr>
              <a:pPr eaLnBrk="1" hangingPunct="1"/>
              <a:t>14</a:t>
            </a:fld>
            <a:endParaRPr lang="en-US" altLang="en-US">
              <a:latin typeface="Garamond" pitchFamily="18" charset="0"/>
            </a:endParaRPr>
          </a:p>
        </p:txBody>
      </p:sp>
      <p:grpSp>
        <p:nvGrpSpPr>
          <p:cNvPr id="63493" name="Group 37"/>
          <p:cNvGrpSpPr>
            <a:grpSpLocks/>
          </p:cNvGrpSpPr>
          <p:nvPr/>
        </p:nvGrpSpPr>
        <p:grpSpPr bwMode="auto">
          <a:xfrm>
            <a:off x="2362200" y="966788"/>
            <a:ext cx="7696200" cy="5281612"/>
            <a:chOff x="528" y="609"/>
            <a:chExt cx="4848" cy="3327"/>
          </a:xfrm>
        </p:grpSpPr>
        <p:sp>
          <p:nvSpPr>
            <p:cNvPr id="63495" name="AutoShape 2"/>
            <p:cNvSpPr>
              <a:spLocks noChangeArrowheads="1"/>
            </p:cNvSpPr>
            <p:nvPr/>
          </p:nvSpPr>
          <p:spPr bwMode="auto">
            <a:xfrm>
              <a:off x="1008" y="2337"/>
              <a:ext cx="432" cy="439"/>
            </a:xfrm>
            <a:prstGeom prst="flowChartConnector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Arial" pitchFamily="34" charset="0"/>
                </a:rPr>
                <a:t>START</a:t>
              </a:r>
            </a:p>
          </p:txBody>
        </p:sp>
        <p:sp>
          <p:nvSpPr>
            <p:cNvPr id="63496" name="AutoShape 3"/>
            <p:cNvSpPr>
              <a:spLocks noChangeArrowheads="1"/>
            </p:cNvSpPr>
            <p:nvPr/>
          </p:nvSpPr>
          <p:spPr bwMode="auto">
            <a:xfrm>
              <a:off x="4944" y="846"/>
              <a:ext cx="432" cy="439"/>
            </a:xfrm>
            <a:prstGeom prst="flowChartConnector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latin typeface="Arial" pitchFamily="34" charset="0"/>
                </a:rPr>
                <a:t>GOAL</a:t>
              </a:r>
            </a:p>
          </p:txBody>
        </p:sp>
        <p:sp>
          <p:nvSpPr>
            <p:cNvPr id="63497" name="AutoShape 4"/>
            <p:cNvSpPr>
              <a:spLocks noChangeArrowheads="1"/>
            </p:cNvSpPr>
            <p:nvPr/>
          </p:nvSpPr>
          <p:spPr bwMode="auto">
            <a:xfrm>
              <a:off x="2262" y="1943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d</a:t>
              </a:r>
            </a:p>
          </p:txBody>
        </p:sp>
        <p:sp>
          <p:nvSpPr>
            <p:cNvPr id="63498" name="AutoShape 5"/>
            <p:cNvSpPr>
              <a:spLocks noChangeArrowheads="1"/>
            </p:cNvSpPr>
            <p:nvPr/>
          </p:nvSpPr>
          <p:spPr bwMode="auto">
            <a:xfrm>
              <a:off x="1330" y="1285"/>
              <a:ext cx="432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b</a:t>
              </a:r>
            </a:p>
          </p:txBody>
        </p:sp>
        <p:sp>
          <p:nvSpPr>
            <p:cNvPr id="63499" name="AutoShape 6"/>
            <p:cNvSpPr>
              <a:spLocks noChangeArrowheads="1"/>
            </p:cNvSpPr>
            <p:nvPr/>
          </p:nvSpPr>
          <p:spPr bwMode="auto">
            <a:xfrm>
              <a:off x="1786" y="2820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p</a:t>
              </a:r>
            </a:p>
          </p:txBody>
        </p:sp>
        <p:sp>
          <p:nvSpPr>
            <p:cNvPr id="63500" name="AutoShape 7"/>
            <p:cNvSpPr>
              <a:spLocks noChangeArrowheads="1"/>
            </p:cNvSpPr>
            <p:nvPr/>
          </p:nvSpPr>
          <p:spPr bwMode="auto">
            <a:xfrm>
              <a:off x="2800" y="2951"/>
              <a:ext cx="433" cy="439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q</a:t>
              </a:r>
            </a:p>
          </p:txBody>
        </p:sp>
        <p:sp>
          <p:nvSpPr>
            <p:cNvPr id="63501" name="AutoShape 8"/>
            <p:cNvSpPr>
              <a:spLocks noChangeArrowheads="1"/>
            </p:cNvSpPr>
            <p:nvPr/>
          </p:nvSpPr>
          <p:spPr bwMode="auto">
            <a:xfrm>
              <a:off x="3276" y="1241"/>
              <a:ext cx="433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c</a:t>
              </a:r>
            </a:p>
          </p:txBody>
        </p:sp>
        <p:sp>
          <p:nvSpPr>
            <p:cNvPr id="63502" name="AutoShape 9"/>
            <p:cNvSpPr>
              <a:spLocks noChangeArrowheads="1"/>
            </p:cNvSpPr>
            <p:nvPr/>
          </p:nvSpPr>
          <p:spPr bwMode="auto">
            <a:xfrm>
              <a:off x="3906" y="1767"/>
              <a:ext cx="432" cy="439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e</a:t>
              </a:r>
            </a:p>
          </p:txBody>
        </p:sp>
        <p:sp>
          <p:nvSpPr>
            <p:cNvPr id="63503" name="AutoShape 10"/>
            <p:cNvSpPr>
              <a:spLocks noChangeArrowheads="1"/>
            </p:cNvSpPr>
            <p:nvPr/>
          </p:nvSpPr>
          <p:spPr bwMode="auto">
            <a:xfrm>
              <a:off x="3536" y="2381"/>
              <a:ext cx="432" cy="439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h</a:t>
              </a:r>
            </a:p>
          </p:txBody>
        </p:sp>
        <p:sp>
          <p:nvSpPr>
            <p:cNvPr id="63504" name="AutoShape 11"/>
            <p:cNvSpPr>
              <a:spLocks noChangeArrowheads="1"/>
            </p:cNvSpPr>
            <p:nvPr/>
          </p:nvSpPr>
          <p:spPr bwMode="auto">
            <a:xfrm>
              <a:off x="2132" y="890"/>
              <a:ext cx="433" cy="438"/>
            </a:xfrm>
            <a:prstGeom prst="flowChartConnector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solidFill>
                    <a:schemeClr val="bg1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63505" name="AutoShape 12"/>
            <p:cNvSpPr>
              <a:spLocks noChangeArrowheads="1"/>
            </p:cNvSpPr>
            <p:nvPr/>
          </p:nvSpPr>
          <p:spPr bwMode="auto">
            <a:xfrm>
              <a:off x="4814" y="2030"/>
              <a:ext cx="432" cy="439"/>
            </a:xfrm>
            <a:prstGeom prst="flowChartConnector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solidFill>
                    <a:schemeClr val="bg1"/>
                  </a:solidFill>
                  <a:latin typeface="Arial" pitchFamily="34" charset="0"/>
                </a:rPr>
                <a:t>f</a:t>
              </a:r>
            </a:p>
          </p:txBody>
        </p:sp>
        <p:sp>
          <p:nvSpPr>
            <p:cNvPr id="63506" name="AutoShape 13"/>
            <p:cNvSpPr>
              <a:spLocks noChangeArrowheads="1"/>
            </p:cNvSpPr>
            <p:nvPr/>
          </p:nvSpPr>
          <p:spPr bwMode="auto">
            <a:xfrm>
              <a:off x="4617" y="2820"/>
              <a:ext cx="432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63507" name="AutoShape 14"/>
            <p:cNvCxnSpPr>
              <a:cxnSpLocks noChangeShapeType="1"/>
              <a:stCxn id="63495" idx="5"/>
              <a:endCxn id="63499" idx="2"/>
            </p:cNvCxnSpPr>
            <p:nvPr/>
          </p:nvCxnSpPr>
          <p:spPr bwMode="auto">
            <a:xfrm>
              <a:off x="1377" y="2724"/>
              <a:ext cx="397" cy="315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08" name="AutoShape 15"/>
            <p:cNvCxnSpPr>
              <a:cxnSpLocks noChangeShapeType="1"/>
              <a:endCxn id="63500" idx="2"/>
            </p:cNvCxnSpPr>
            <p:nvPr/>
          </p:nvCxnSpPr>
          <p:spPr bwMode="auto">
            <a:xfrm flipV="1">
              <a:off x="2132" y="3171"/>
              <a:ext cx="656" cy="35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09" name="AutoShape 16"/>
            <p:cNvCxnSpPr>
              <a:cxnSpLocks noChangeShapeType="1"/>
              <a:stCxn id="63503" idx="3"/>
              <a:endCxn id="63500" idx="7"/>
            </p:cNvCxnSpPr>
            <p:nvPr/>
          </p:nvCxnSpPr>
          <p:spPr bwMode="auto">
            <a:xfrm flipH="1">
              <a:off x="3170" y="2756"/>
              <a:ext cx="430" cy="2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0" name="AutoShape 17"/>
            <p:cNvCxnSpPr>
              <a:cxnSpLocks noChangeShapeType="1"/>
              <a:stCxn id="63503" idx="2"/>
              <a:endCxn id="63499" idx="6"/>
            </p:cNvCxnSpPr>
            <p:nvPr/>
          </p:nvCxnSpPr>
          <p:spPr bwMode="auto">
            <a:xfrm flipH="1">
              <a:off x="2219" y="2601"/>
              <a:ext cx="1317" cy="4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1" name="AutoShape 18"/>
            <p:cNvCxnSpPr>
              <a:cxnSpLocks noChangeShapeType="1"/>
              <a:endCxn id="63503" idx="7"/>
            </p:cNvCxnSpPr>
            <p:nvPr/>
          </p:nvCxnSpPr>
          <p:spPr bwMode="auto">
            <a:xfrm flipH="1">
              <a:off x="3905" y="2218"/>
              <a:ext cx="193" cy="215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2" name="AutoShape 19"/>
            <p:cNvCxnSpPr>
              <a:cxnSpLocks noChangeShapeType="1"/>
              <a:endCxn id="63506" idx="1"/>
            </p:cNvCxnSpPr>
            <p:nvPr/>
          </p:nvCxnSpPr>
          <p:spPr bwMode="auto">
            <a:xfrm>
              <a:off x="4251" y="2154"/>
              <a:ext cx="429" cy="718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3" name="AutoShape 20"/>
            <p:cNvCxnSpPr>
              <a:cxnSpLocks noChangeShapeType="1"/>
              <a:stCxn id="63506" idx="0"/>
              <a:endCxn id="63505" idx="4"/>
            </p:cNvCxnSpPr>
            <p:nvPr/>
          </p:nvCxnSpPr>
          <p:spPr bwMode="auto">
            <a:xfrm flipV="1">
              <a:off x="4833" y="2469"/>
              <a:ext cx="197" cy="351"/>
            </a:xfrm>
            <a:prstGeom prst="straightConnector1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 type="triangle" w="med" len="med"/>
            </a:ln>
          </p:spPr>
        </p:cxnSp>
        <p:cxnSp>
          <p:nvCxnSpPr>
            <p:cNvPr id="63514" name="AutoShape 21"/>
            <p:cNvCxnSpPr>
              <a:cxnSpLocks noChangeShapeType="1"/>
              <a:stCxn id="63505" idx="0"/>
              <a:endCxn id="63496" idx="4"/>
            </p:cNvCxnSpPr>
            <p:nvPr/>
          </p:nvCxnSpPr>
          <p:spPr bwMode="auto">
            <a:xfrm flipV="1">
              <a:off x="5030" y="1285"/>
              <a:ext cx="130" cy="7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5" name="AutoShape 22"/>
            <p:cNvCxnSpPr>
              <a:cxnSpLocks noChangeShapeType="1"/>
              <a:stCxn id="63495" idx="7"/>
            </p:cNvCxnSpPr>
            <p:nvPr/>
          </p:nvCxnSpPr>
          <p:spPr bwMode="auto">
            <a:xfrm flipV="1">
              <a:off x="1377" y="2150"/>
              <a:ext cx="885" cy="239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6" name="AutoShape 23"/>
            <p:cNvCxnSpPr>
              <a:cxnSpLocks noChangeShapeType="1"/>
              <a:endCxn id="63498" idx="5"/>
            </p:cNvCxnSpPr>
            <p:nvPr/>
          </p:nvCxnSpPr>
          <p:spPr bwMode="auto">
            <a:xfrm flipH="1" flipV="1">
              <a:off x="1699" y="1671"/>
              <a:ext cx="602" cy="324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7" name="AutoShape 24"/>
            <p:cNvCxnSpPr>
              <a:cxnSpLocks noChangeShapeType="1"/>
              <a:endCxn id="63504" idx="2"/>
            </p:cNvCxnSpPr>
            <p:nvPr/>
          </p:nvCxnSpPr>
          <p:spPr bwMode="auto">
            <a:xfrm flipV="1">
              <a:off x="1731" y="1109"/>
              <a:ext cx="389" cy="240"/>
            </a:xfrm>
            <a:prstGeom prst="straightConnector1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 type="triangle" w="med" len="med"/>
            </a:ln>
          </p:spPr>
        </p:cxnSp>
        <p:cxnSp>
          <p:nvCxnSpPr>
            <p:cNvPr id="63518" name="AutoShape 25"/>
            <p:cNvCxnSpPr>
              <a:cxnSpLocks noChangeShapeType="1"/>
              <a:stCxn id="63501" idx="2"/>
              <a:endCxn id="63504" idx="6"/>
            </p:cNvCxnSpPr>
            <p:nvPr/>
          </p:nvCxnSpPr>
          <p:spPr bwMode="auto">
            <a:xfrm flipH="1" flipV="1">
              <a:off x="2565" y="1109"/>
              <a:ext cx="711" cy="351"/>
            </a:xfrm>
            <a:prstGeom prst="straightConnector1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 type="triangle" w="med" len="med"/>
            </a:ln>
          </p:spPr>
        </p:cxnSp>
        <p:cxnSp>
          <p:nvCxnSpPr>
            <p:cNvPr id="63519" name="AutoShape 26"/>
            <p:cNvCxnSpPr>
              <a:cxnSpLocks noChangeShapeType="1"/>
              <a:endCxn id="63501" idx="3"/>
            </p:cNvCxnSpPr>
            <p:nvPr/>
          </p:nvCxnSpPr>
          <p:spPr bwMode="auto">
            <a:xfrm flipV="1">
              <a:off x="2608" y="1627"/>
              <a:ext cx="731" cy="368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20" name="AutoShape 27"/>
            <p:cNvCxnSpPr>
              <a:cxnSpLocks noChangeShapeType="1"/>
              <a:stCxn id="63497" idx="6"/>
              <a:endCxn id="63502" idx="2"/>
            </p:cNvCxnSpPr>
            <p:nvPr/>
          </p:nvCxnSpPr>
          <p:spPr bwMode="auto">
            <a:xfrm flipV="1">
              <a:off x="2707" y="1987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21" name="AutoShape 28"/>
            <p:cNvCxnSpPr>
              <a:cxnSpLocks noChangeShapeType="1"/>
              <a:stCxn id="63505" idx="1"/>
              <a:endCxn id="63501" idx="6"/>
            </p:cNvCxnSpPr>
            <p:nvPr/>
          </p:nvCxnSpPr>
          <p:spPr bwMode="auto">
            <a:xfrm rot="16200000" flipV="1">
              <a:off x="3976" y="1193"/>
              <a:ext cx="634" cy="1168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22" name="AutoShape 29"/>
            <p:cNvCxnSpPr>
              <a:cxnSpLocks noChangeShapeType="1"/>
              <a:stCxn id="63495" idx="6"/>
              <a:endCxn id="63502" idx="3"/>
            </p:cNvCxnSpPr>
            <p:nvPr/>
          </p:nvCxnSpPr>
          <p:spPr bwMode="auto">
            <a:xfrm flipV="1">
              <a:off x="1452" y="2154"/>
              <a:ext cx="2517" cy="403"/>
            </a:xfrm>
            <a:prstGeom prst="curvedConnector2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523" name="Text Box 31"/>
            <p:cNvSpPr txBox="1">
              <a:spLocks noChangeArrowheads="1"/>
            </p:cNvSpPr>
            <p:nvPr/>
          </p:nvSpPr>
          <p:spPr bwMode="auto">
            <a:xfrm>
              <a:off x="528" y="1854"/>
              <a:ext cx="912" cy="44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algn="ctr">
              <a:solidFill>
                <a:schemeClr val="bg2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latin typeface="Arial" pitchFamily="34" charset="0"/>
                </a:rPr>
                <a:t>0 bước từ start</a:t>
              </a:r>
            </a:p>
          </p:txBody>
        </p:sp>
        <p:sp>
          <p:nvSpPr>
            <p:cNvPr id="63524" name="Text Box 32"/>
            <p:cNvSpPr txBox="1">
              <a:spLocks noChangeArrowheads="1"/>
            </p:cNvSpPr>
            <p:nvPr/>
          </p:nvSpPr>
          <p:spPr bwMode="auto">
            <a:xfrm>
              <a:off x="624" y="702"/>
              <a:ext cx="912" cy="448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latin typeface="Arial" pitchFamily="34" charset="0"/>
                </a:rPr>
                <a:t>1 bước từ start</a:t>
              </a:r>
            </a:p>
          </p:txBody>
        </p:sp>
        <p:sp>
          <p:nvSpPr>
            <p:cNvPr id="63525" name="Text Box 33"/>
            <p:cNvSpPr txBox="1">
              <a:spLocks noChangeArrowheads="1"/>
            </p:cNvSpPr>
            <p:nvPr/>
          </p:nvSpPr>
          <p:spPr bwMode="auto">
            <a:xfrm>
              <a:off x="2832" y="3486"/>
              <a:ext cx="912" cy="450"/>
            </a:xfrm>
            <a:prstGeom prst="rect">
              <a:avLst/>
            </a:prstGeom>
            <a:solidFill>
              <a:srgbClr val="00B050"/>
            </a:solidFill>
            <a:ln w="12700" algn="ctr">
              <a:solidFill>
                <a:srgbClr val="00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latin typeface="Arial" pitchFamily="34" charset="0"/>
                </a:rPr>
                <a:t>2 bước từ start</a:t>
              </a:r>
            </a:p>
          </p:txBody>
        </p:sp>
        <p:sp>
          <p:nvSpPr>
            <p:cNvPr id="63526" name="Text Box 34"/>
            <p:cNvSpPr txBox="1">
              <a:spLocks noChangeArrowheads="1"/>
            </p:cNvSpPr>
            <p:nvPr/>
          </p:nvSpPr>
          <p:spPr bwMode="auto">
            <a:xfrm>
              <a:off x="2594" y="609"/>
              <a:ext cx="912" cy="450"/>
            </a:xfrm>
            <a:prstGeom prst="rect">
              <a:avLst/>
            </a:prstGeom>
            <a:solidFill>
              <a:srgbClr val="7030A0"/>
            </a:solidFill>
            <a:ln w="12700" algn="ctr">
              <a:solidFill>
                <a:srgbClr val="7030A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3 bước từ start</a:t>
              </a:r>
            </a:p>
          </p:txBody>
        </p:sp>
      </p:grpSp>
      <p:sp>
        <p:nvSpPr>
          <p:cNvPr id="37" name="Rectangle 2">
            <a:extLst>
              <a:ext uri="{FF2B5EF4-FFF2-40B4-BE49-F238E27FC236}">
                <a16:creationId xmlns:a16="http://schemas.microsoft.com/office/drawing/2014/main" id="{6CA028A1-599B-44ED-AA6A-8B05048EA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72752"/>
            <a:ext cx="908685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kern="0" dirty="0">
                <a:solidFill>
                  <a:srgbClr val="C00000"/>
                </a:solidFill>
              </a:rPr>
              <a:t>II. </a:t>
            </a:r>
            <a:r>
              <a:rPr lang="en-US" kern="0" dirty="0" err="1">
                <a:solidFill>
                  <a:srgbClr val="C00000"/>
                </a:solidFill>
              </a:rPr>
              <a:t>Tìm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kiếm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theo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chiều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rộng</a:t>
            </a:r>
            <a:endParaRPr lang="en-US" kern="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A6F62F-FC08-7091-801D-91B0650A796E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2F698CB-17F1-9A79-9F5C-8931797D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78514-AFEF-D0E8-C101-B01BE1290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A784F7-6D63-A168-E7E5-A6EED1A6300D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B3B84E6D-6F69-425C-BBA0-4AE05C813647}" type="slidenum">
              <a:rPr lang="en-US" altLang="en-US" smtClean="0">
                <a:latin typeface="Garamond" pitchFamily="18" charset="0"/>
              </a:rPr>
              <a:pPr eaLnBrk="1" hangingPunct="1"/>
              <a:t>15</a:t>
            </a:fld>
            <a:endParaRPr lang="en-US" altLang="en-US">
              <a:latin typeface="Garamond" pitchFamily="18" charset="0"/>
            </a:endParaRPr>
          </a:p>
        </p:txBody>
      </p:sp>
      <p:grpSp>
        <p:nvGrpSpPr>
          <p:cNvPr id="63493" name="Group 37"/>
          <p:cNvGrpSpPr>
            <a:grpSpLocks/>
          </p:cNvGrpSpPr>
          <p:nvPr/>
        </p:nvGrpSpPr>
        <p:grpSpPr bwMode="auto">
          <a:xfrm>
            <a:off x="2362200" y="966788"/>
            <a:ext cx="7696200" cy="5281612"/>
            <a:chOff x="528" y="609"/>
            <a:chExt cx="4848" cy="3327"/>
          </a:xfrm>
        </p:grpSpPr>
        <p:sp>
          <p:nvSpPr>
            <p:cNvPr id="63495" name="AutoShape 2"/>
            <p:cNvSpPr>
              <a:spLocks noChangeArrowheads="1"/>
            </p:cNvSpPr>
            <p:nvPr/>
          </p:nvSpPr>
          <p:spPr bwMode="auto">
            <a:xfrm>
              <a:off x="1008" y="2337"/>
              <a:ext cx="432" cy="439"/>
            </a:xfrm>
            <a:prstGeom prst="flowChartConnector">
              <a:avLst/>
            </a:prstGeom>
            <a:solidFill>
              <a:schemeClr val="bg2">
                <a:lumMod val="40000"/>
                <a:lumOff val="60000"/>
              </a:schemeClr>
            </a:solidFill>
            <a:ln w="3810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Arial" pitchFamily="34" charset="0"/>
                </a:rPr>
                <a:t>START</a:t>
              </a:r>
            </a:p>
          </p:txBody>
        </p:sp>
        <p:sp>
          <p:nvSpPr>
            <p:cNvPr id="63496" name="AutoShape 3"/>
            <p:cNvSpPr>
              <a:spLocks noChangeArrowheads="1"/>
            </p:cNvSpPr>
            <p:nvPr/>
          </p:nvSpPr>
          <p:spPr bwMode="auto">
            <a:xfrm>
              <a:off x="4944" y="846"/>
              <a:ext cx="432" cy="439"/>
            </a:xfrm>
            <a:prstGeom prst="flowChartConnector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latin typeface="Arial" pitchFamily="34" charset="0"/>
                </a:rPr>
                <a:t>GOAL</a:t>
              </a:r>
            </a:p>
          </p:txBody>
        </p:sp>
        <p:sp>
          <p:nvSpPr>
            <p:cNvPr id="63497" name="AutoShape 4"/>
            <p:cNvSpPr>
              <a:spLocks noChangeArrowheads="1"/>
            </p:cNvSpPr>
            <p:nvPr/>
          </p:nvSpPr>
          <p:spPr bwMode="auto">
            <a:xfrm>
              <a:off x="2262" y="1943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d</a:t>
              </a:r>
            </a:p>
          </p:txBody>
        </p:sp>
        <p:sp>
          <p:nvSpPr>
            <p:cNvPr id="63498" name="AutoShape 5"/>
            <p:cNvSpPr>
              <a:spLocks noChangeArrowheads="1"/>
            </p:cNvSpPr>
            <p:nvPr/>
          </p:nvSpPr>
          <p:spPr bwMode="auto">
            <a:xfrm>
              <a:off x="1330" y="1285"/>
              <a:ext cx="432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b</a:t>
              </a:r>
            </a:p>
          </p:txBody>
        </p:sp>
        <p:sp>
          <p:nvSpPr>
            <p:cNvPr id="63499" name="AutoShape 6"/>
            <p:cNvSpPr>
              <a:spLocks noChangeArrowheads="1"/>
            </p:cNvSpPr>
            <p:nvPr/>
          </p:nvSpPr>
          <p:spPr bwMode="auto">
            <a:xfrm>
              <a:off x="1786" y="2820"/>
              <a:ext cx="433" cy="438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p</a:t>
              </a:r>
            </a:p>
          </p:txBody>
        </p:sp>
        <p:sp>
          <p:nvSpPr>
            <p:cNvPr id="63500" name="AutoShape 7"/>
            <p:cNvSpPr>
              <a:spLocks noChangeArrowheads="1"/>
            </p:cNvSpPr>
            <p:nvPr/>
          </p:nvSpPr>
          <p:spPr bwMode="auto">
            <a:xfrm>
              <a:off x="2800" y="2951"/>
              <a:ext cx="433" cy="439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q</a:t>
              </a:r>
            </a:p>
          </p:txBody>
        </p:sp>
        <p:sp>
          <p:nvSpPr>
            <p:cNvPr id="63501" name="AutoShape 8"/>
            <p:cNvSpPr>
              <a:spLocks noChangeArrowheads="1"/>
            </p:cNvSpPr>
            <p:nvPr/>
          </p:nvSpPr>
          <p:spPr bwMode="auto">
            <a:xfrm>
              <a:off x="3276" y="1241"/>
              <a:ext cx="433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c</a:t>
              </a:r>
            </a:p>
          </p:txBody>
        </p:sp>
        <p:sp>
          <p:nvSpPr>
            <p:cNvPr id="63502" name="AutoShape 9"/>
            <p:cNvSpPr>
              <a:spLocks noChangeArrowheads="1"/>
            </p:cNvSpPr>
            <p:nvPr/>
          </p:nvSpPr>
          <p:spPr bwMode="auto">
            <a:xfrm>
              <a:off x="3906" y="1767"/>
              <a:ext cx="432" cy="439"/>
            </a:xfrm>
            <a:prstGeom prst="flowChartConnector">
              <a:avLst/>
            </a:prstGeom>
            <a:solidFill>
              <a:srgbClr val="FFC000"/>
            </a:soli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e</a:t>
              </a:r>
            </a:p>
          </p:txBody>
        </p:sp>
        <p:sp>
          <p:nvSpPr>
            <p:cNvPr id="63503" name="AutoShape 10"/>
            <p:cNvSpPr>
              <a:spLocks noChangeArrowheads="1"/>
            </p:cNvSpPr>
            <p:nvPr/>
          </p:nvSpPr>
          <p:spPr bwMode="auto">
            <a:xfrm>
              <a:off x="3536" y="2381"/>
              <a:ext cx="432" cy="439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h</a:t>
              </a:r>
            </a:p>
          </p:txBody>
        </p:sp>
        <p:sp>
          <p:nvSpPr>
            <p:cNvPr id="63504" name="AutoShape 11"/>
            <p:cNvSpPr>
              <a:spLocks noChangeArrowheads="1"/>
            </p:cNvSpPr>
            <p:nvPr/>
          </p:nvSpPr>
          <p:spPr bwMode="auto">
            <a:xfrm>
              <a:off x="2132" y="890"/>
              <a:ext cx="433" cy="438"/>
            </a:xfrm>
            <a:prstGeom prst="flowChartConnector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solidFill>
                    <a:schemeClr val="bg1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63505" name="AutoShape 12"/>
            <p:cNvSpPr>
              <a:spLocks noChangeArrowheads="1"/>
            </p:cNvSpPr>
            <p:nvPr/>
          </p:nvSpPr>
          <p:spPr bwMode="auto">
            <a:xfrm>
              <a:off x="4814" y="2030"/>
              <a:ext cx="432" cy="439"/>
            </a:xfrm>
            <a:prstGeom prst="flowChartConnector">
              <a:avLst/>
            </a:prstGeom>
            <a:solidFill>
              <a:srgbClr val="7030A0"/>
            </a:solidFill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solidFill>
                    <a:schemeClr val="bg1"/>
                  </a:solidFill>
                  <a:latin typeface="Arial" pitchFamily="34" charset="0"/>
                </a:rPr>
                <a:t>f</a:t>
              </a:r>
            </a:p>
          </p:txBody>
        </p:sp>
        <p:sp>
          <p:nvSpPr>
            <p:cNvPr id="63506" name="AutoShape 13"/>
            <p:cNvSpPr>
              <a:spLocks noChangeArrowheads="1"/>
            </p:cNvSpPr>
            <p:nvPr/>
          </p:nvSpPr>
          <p:spPr bwMode="auto">
            <a:xfrm>
              <a:off x="4617" y="2820"/>
              <a:ext cx="432" cy="438"/>
            </a:xfrm>
            <a:prstGeom prst="flowChartConnector">
              <a:avLst/>
            </a:prstGeom>
            <a:solidFill>
              <a:srgbClr val="00B050"/>
            </a:solidFill>
            <a:ln w="38100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63507" name="AutoShape 14"/>
            <p:cNvCxnSpPr>
              <a:cxnSpLocks noChangeShapeType="1"/>
              <a:stCxn id="63495" idx="5"/>
              <a:endCxn id="63499" idx="2"/>
            </p:cNvCxnSpPr>
            <p:nvPr/>
          </p:nvCxnSpPr>
          <p:spPr bwMode="auto">
            <a:xfrm>
              <a:off x="1377" y="2724"/>
              <a:ext cx="397" cy="315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08" name="AutoShape 15"/>
            <p:cNvCxnSpPr>
              <a:cxnSpLocks noChangeShapeType="1"/>
              <a:endCxn id="63500" idx="2"/>
            </p:cNvCxnSpPr>
            <p:nvPr/>
          </p:nvCxnSpPr>
          <p:spPr bwMode="auto">
            <a:xfrm flipV="1">
              <a:off x="2132" y="3171"/>
              <a:ext cx="656" cy="35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09" name="AutoShape 16"/>
            <p:cNvCxnSpPr>
              <a:cxnSpLocks noChangeShapeType="1"/>
              <a:stCxn id="63503" idx="3"/>
              <a:endCxn id="63500" idx="7"/>
            </p:cNvCxnSpPr>
            <p:nvPr/>
          </p:nvCxnSpPr>
          <p:spPr bwMode="auto">
            <a:xfrm flipH="1">
              <a:off x="3170" y="2756"/>
              <a:ext cx="430" cy="2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0" name="AutoShape 17"/>
            <p:cNvCxnSpPr>
              <a:cxnSpLocks noChangeShapeType="1"/>
              <a:stCxn id="63503" idx="2"/>
              <a:endCxn id="63499" idx="6"/>
            </p:cNvCxnSpPr>
            <p:nvPr/>
          </p:nvCxnSpPr>
          <p:spPr bwMode="auto">
            <a:xfrm flipH="1">
              <a:off x="2219" y="2601"/>
              <a:ext cx="1317" cy="4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1" name="AutoShape 18"/>
            <p:cNvCxnSpPr>
              <a:cxnSpLocks noChangeShapeType="1"/>
              <a:endCxn id="63503" idx="7"/>
            </p:cNvCxnSpPr>
            <p:nvPr/>
          </p:nvCxnSpPr>
          <p:spPr bwMode="auto">
            <a:xfrm flipH="1">
              <a:off x="3905" y="2218"/>
              <a:ext cx="193" cy="215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2" name="AutoShape 19"/>
            <p:cNvCxnSpPr>
              <a:cxnSpLocks noChangeShapeType="1"/>
              <a:endCxn id="63506" idx="1"/>
            </p:cNvCxnSpPr>
            <p:nvPr/>
          </p:nvCxnSpPr>
          <p:spPr bwMode="auto">
            <a:xfrm>
              <a:off x="4251" y="2154"/>
              <a:ext cx="429" cy="718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3" name="AutoShape 20"/>
            <p:cNvCxnSpPr>
              <a:cxnSpLocks noChangeShapeType="1"/>
              <a:stCxn id="63506" idx="0"/>
              <a:endCxn id="63505" idx="4"/>
            </p:cNvCxnSpPr>
            <p:nvPr/>
          </p:nvCxnSpPr>
          <p:spPr bwMode="auto">
            <a:xfrm flipV="1">
              <a:off x="4833" y="2469"/>
              <a:ext cx="197" cy="351"/>
            </a:xfrm>
            <a:prstGeom prst="straightConnector1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 type="triangle" w="med" len="med"/>
            </a:ln>
          </p:spPr>
        </p:cxnSp>
        <p:cxnSp>
          <p:nvCxnSpPr>
            <p:cNvPr id="63514" name="AutoShape 21"/>
            <p:cNvCxnSpPr>
              <a:cxnSpLocks noChangeShapeType="1"/>
              <a:stCxn id="63505" idx="0"/>
              <a:endCxn id="63496" idx="4"/>
            </p:cNvCxnSpPr>
            <p:nvPr/>
          </p:nvCxnSpPr>
          <p:spPr bwMode="auto">
            <a:xfrm flipV="1">
              <a:off x="5030" y="1285"/>
              <a:ext cx="130" cy="733"/>
            </a:xfrm>
            <a:prstGeom prst="straightConnector1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5" name="AutoShape 22"/>
            <p:cNvCxnSpPr>
              <a:cxnSpLocks noChangeShapeType="1"/>
              <a:stCxn id="63495" idx="7"/>
            </p:cNvCxnSpPr>
            <p:nvPr/>
          </p:nvCxnSpPr>
          <p:spPr bwMode="auto">
            <a:xfrm flipV="1">
              <a:off x="1377" y="2150"/>
              <a:ext cx="885" cy="239"/>
            </a:xfrm>
            <a:prstGeom prst="straightConnector1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6" name="AutoShape 23"/>
            <p:cNvCxnSpPr>
              <a:cxnSpLocks noChangeShapeType="1"/>
              <a:endCxn id="63498" idx="5"/>
            </p:cNvCxnSpPr>
            <p:nvPr/>
          </p:nvCxnSpPr>
          <p:spPr bwMode="auto">
            <a:xfrm flipH="1" flipV="1">
              <a:off x="1699" y="1671"/>
              <a:ext cx="602" cy="324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7" name="AutoShape 24"/>
            <p:cNvCxnSpPr>
              <a:cxnSpLocks noChangeShapeType="1"/>
              <a:endCxn id="63504" idx="2"/>
            </p:cNvCxnSpPr>
            <p:nvPr/>
          </p:nvCxnSpPr>
          <p:spPr bwMode="auto">
            <a:xfrm flipV="1">
              <a:off x="1731" y="1109"/>
              <a:ext cx="389" cy="240"/>
            </a:xfrm>
            <a:prstGeom prst="straightConnector1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8" name="AutoShape 25"/>
            <p:cNvCxnSpPr>
              <a:cxnSpLocks noChangeShapeType="1"/>
              <a:stCxn id="63501" idx="2"/>
              <a:endCxn id="63504" idx="6"/>
            </p:cNvCxnSpPr>
            <p:nvPr/>
          </p:nvCxnSpPr>
          <p:spPr bwMode="auto">
            <a:xfrm flipH="1" flipV="1">
              <a:off x="2565" y="1109"/>
              <a:ext cx="711" cy="351"/>
            </a:xfrm>
            <a:prstGeom prst="straightConnector1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19" name="AutoShape 26"/>
            <p:cNvCxnSpPr>
              <a:cxnSpLocks noChangeShapeType="1"/>
              <a:endCxn id="63501" idx="3"/>
            </p:cNvCxnSpPr>
            <p:nvPr/>
          </p:nvCxnSpPr>
          <p:spPr bwMode="auto">
            <a:xfrm flipV="1">
              <a:off x="2608" y="1627"/>
              <a:ext cx="731" cy="368"/>
            </a:xfrm>
            <a:prstGeom prst="straightConnector1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20" name="AutoShape 27"/>
            <p:cNvCxnSpPr>
              <a:cxnSpLocks noChangeShapeType="1"/>
              <a:stCxn id="63497" idx="6"/>
              <a:endCxn id="63502" idx="2"/>
            </p:cNvCxnSpPr>
            <p:nvPr/>
          </p:nvCxnSpPr>
          <p:spPr bwMode="auto">
            <a:xfrm flipV="1">
              <a:off x="2707" y="1987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21" name="AutoShape 28"/>
            <p:cNvCxnSpPr>
              <a:cxnSpLocks noChangeShapeType="1"/>
              <a:stCxn id="63505" idx="1"/>
              <a:endCxn id="63501" idx="6"/>
            </p:cNvCxnSpPr>
            <p:nvPr/>
          </p:nvCxnSpPr>
          <p:spPr bwMode="auto">
            <a:xfrm rot="16200000" flipV="1">
              <a:off x="3976" y="1193"/>
              <a:ext cx="634" cy="1168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22" name="AutoShape 29"/>
            <p:cNvCxnSpPr>
              <a:cxnSpLocks noChangeShapeType="1"/>
              <a:stCxn id="63495" idx="6"/>
              <a:endCxn id="63502" idx="3"/>
            </p:cNvCxnSpPr>
            <p:nvPr/>
          </p:nvCxnSpPr>
          <p:spPr bwMode="auto">
            <a:xfrm flipV="1">
              <a:off x="1452" y="2154"/>
              <a:ext cx="2517" cy="403"/>
            </a:xfrm>
            <a:prstGeom prst="curvedConnector2">
              <a:avLst/>
            </a:prstGeom>
            <a:noFill/>
            <a:ln w="190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523" name="Text Box 31"/>
            <p:cNvSpPr txBox="1">
              <a:spLocks noChangeArrowheads="1"/>
            </p:cNvSpPr>
            <p:nvPr/>
          </p:nvSpPr>
          <p:spPr bwMode="auto">
            <a:xfrm>
              <a:off x="528" y="1854"/>
              <a:ext cx="912" cy="44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algn="ctr">
              <a:solidFill>
                <a:schemeClr val="bg2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latin typeface="Arial" pitchFamily="34" charset="0"/>
                </a:rPr>
                <a:t>0 bước từ start</a:t>
              </a:r>
            </a:p>
          </p:txBody>
        </p:sp>
        <p:sp>
          <p:nvSpPr>
            <p:cNvPr id="63524" name="Text Box 32"/>
            <p:cNvSpPr txBox="1">
              <a:spLocks noChangeArrowheads="1"/>
            </p:cNvSpPr>
            <p:nvPr/>
          </p:nvSpPr>
          <p:spPr bwMode="auto">
            <a:xfrm>
              <a:off x="624" y="702"/>
              <a:ext cx="912" cy="448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latin typeface="Arial" pitchFamily="34" charset="0"/>
                </a:rPr>
                <a:t>1 bước từ start</a:t>
              </a:r>
            </a:p>
          </p:txBody>
        </p:sp>
        <p:sp>
          <p:nvSpPr>
            <p:cNvPr id="63525" name="Text Box 33"/>
            <p:cNvSpPr txBox="1">
              <a:spLocks noChangeArrowheads="1"/>
            </p:cNvSpPr>
            <p:nvPr/>
          </p:nvSpPr>
          <p:spPr bwMode="auto">
            <a:xfrm>
              <a:off x="2832" y="3486"/>
              <a:ext cx="912" cy="450"/>
            </a:xfrm>
            <a:prstGeom prst="rect">
              <a:avLst/>
            </a:prstGeom>
            <a:solidFill>
              <a:srgbClr val="00B050"/>
            </a:solidFill>
            <a:ln w="12700" algn="ctr">
              <a:solidFill>
                <a:srgbClr val="0099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latin typeface="Arial" pitchFamily="34" charset="0"/>
                </a:rPr>
                <a:t>2 bước từ start</a:t>
              </a:r>
            </a:p>
          </p:txBody>
        </p:sp>
        <p:sp>
          <p:nvSpPr>
            <p:cNvPr id="63526" name="Text Box 34"/>
            <p:cNvSpPr txBox="1">
              <a:spLocks noChangeArrowheads="1"/>
            </p:cNvSpPr>
            <p:nvPr/>
          </p:nvSpPr>
          <p:spPr bwMode="auto">
            <a:xfrm>
              <a:off x="2594" y="609"/>
              <a:ext cx="912" cy="450"/>
            </a:xfrm>
            <a:prstGeom prst="rect">
              <a:avLst/>
            </a:prstGeom>
            <a:solidFill>
              <a:srgbClr val="7030A0"/>
            </a:solidFill>
            <a:ln w="12700" algn="ctr">
              <a:solidFill>
                <a:srgbClr val="7030A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 b="1">
                  <a:solidFill>
                    <a:schemeClr val="bg1"/>
                  </a:solidFill>
                  <a:latin typeface="Arial" pitchFamily="34" charset="0"/>
                </a:rPr>
                <a:t>3 bước từ start</a:t>
              </a:r>
            </a:p>
          </p:txBody>
        </p:sp>
      </p:grpSp>
      <p:sp>
        <p:nvSpPr>
          <p:cNvPr id="37" name="Text Box 35">
            <a:extLst>
              <a:ext uri="{FF2B5EF4-FFF2-40B4-BE49-F238E27FC236}">
                <a16:creationId xmlns:a16="http://schemas.microsoft.com/office/drawing/2014/main" id="{CB8CBD3C-7F7B-49F0-948B-3E88CE32A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150939"/>
            <a:ext cx="1447800" cy="714375"/>
          </a:xfrm>
          <a:prstGeom prst="rect">
            <a:avLst/>
          </a:prstGeom>
          <a:solidFill>
            <a:srgbClr val="0070C0"/>
          </a:solidFill>
          <a:ln w="12700" algn="ctr">
            <a:solidFill>
              <a:srgbClr val="CC00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>
                <a:latin typeface="Arial" pitchFamily="34" charset="0"/>
              </a:rPr>
              <a:t>4 bước từ start</a:t>
            </a: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3F9E603F-58A2-4E70-B15E-259A457C8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72752"/>
            <a:ext cx="908685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kern="0" dirty="0">
                <a:solidFill>
                  <a:srgbClr val="C00000"/>
                </a:solidFill>
              </a:rPr>
              <a:t>II. </a:t>
            </a:r>
            <a:r>
              <a:rPr lang="en-US" kern="0" dirty="0" err="1">
                <a:solidFill>
                  <a:srgbClr val="C00000"/>
                </a:solidFill>
              </a:rPr>
              <a:t>Tìm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kiếm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theo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chiều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rộng</a:t>
            </a:r>
            <a:endParaRPr lang="en-US" kern="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84005E3-B61C-5E07-DEE8-AC2639710058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C5E596C6-43C0-3317-5421-3BD15A37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6D99DD-1776-3244-C210-BC10E120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139F80-48DA-1412-7F8E-4E018D3D2103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977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5105A8B-1A4B-4F6E-B3E6-07F96D28E2F2}" type="slidenum">
              <a:rPr lang="en-US" altLang="en-US" smtClean="0">
                <a:latin typeface="Garamond" pitchFamily="18" charset="0"/>
              </a:rPr>
              <a:pPr eaLnBrk="1" hangingPunct="1"/>
              <a:t>16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5203" y="886527"/>
            <a:ext cx="8915400" cy="944563"/>
          </a:xfrm>
        </p:spPr>
        <p:txBody>
          <a:bodyPr anchor="b">
            <a:normAutofit fontScale="9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800" dirty="0"/>
              <a:t>Ta </a:t>
            </a:r>
            <a:r>
              <a:rPr lang="en-US" sz="2800" dirty="0" err="1"/>
              <a:t>đã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bước</a:t>
            </a:r>
            <a:r>
              <a:rPr lang="en-US" sz="2800" dirty="0"/>
              <a:t> </a:t>
            </a:r>
            <a:r>
              <a:rPr lang="en-US" sz="2800" dirty="0" err="1"/>
              <a:t>đi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</a:t>
            </a:r>
            <a:r>
              <a:rPr lang="en-US" sz="2800" dirty="0" err="1"/>
              <a:t>đích</a:t>
            </a:r>
            <a:r>
              <a:rPr lang="en-US" sz="2800" dirty="0"/>
              <a:t> </a:t>
            </a:r>
            <a:r>
              <a:rPr lang="en-US" sz="2800" dirty="0" err="1"/>
              <a:t>rồi</a:t>
            </a:r>
            <a:r>
              <a:rPr lang="en-US" sz="2800" dirty="0"/>
              <a:t>!</a:t>
            </a:r>
            <a:br>
              <a:rPr lang="en-US" sz="2800" dirty="0"/>
            </a:br>
            <a:r>
              <a:rPr lang="en-US" sz="3200" dirty="0" err="1"/>
              <a:t>Nhưng</a:t>
            </a:r>
            <a:r>
              <a:rPr lang="en-US" sz="3200" dirty="0"/>
              <a:t> </a:t>
            </a:r>
            <a:r>
              <a:rPr lang="en-US" sz="3200" dirty="0" err="1"/>
              <a:t>làm</a:t>
            </a:r>
            <a:r>
              <a:rPr lang="en-US" sz="3200" dirty="0"/>
              <a:t> </a:t>
            </a:r>
            <a:r>
              <a:rPr lang="en-US" sz="3200" dirty="0" err="1"/>
              <a:t>sao</a:t>
            </a:r>
            <a:r>
              <a:rPr lang="en-US" sz="3200" dirty="0"/>
              <a:t> </a:t>
            </a:r>
            <a:r>
              <a:rPr lang="en-US" sz="3200" dirty="0" err="1"/>
              <a:t>ghi</a:t>
            </a:r>
            <a:r>
              <a:rPr lang="en-US" sz="3200" dirty="0"/>
              <a:t> </a:t>
            </a:r>
            <a:r>
              <a:rPr lang="en-US" sz="3200" dirty="0" err="1"/>
              <a:t>nhớ</a:t>
            </a:r>
            <a:r>
              <a:rPr lang="en-US" sz="3200" dirty="0"/>
              <a:t> </a:t>
            </a:r>
            <a:r>
              <a:rPr lang="en-US" sz="3200" dirty="0" err="1"/>
              <a:t>đường</a:t>
            </a:r>
            <a:r>
              <a:rPr lang="en-US" sz="3200" dirty="0"/>
              <a:t> </a:t>
            </a:r>
            <a:r>
              <a:rPr lang="en-US" sz="3200" dirty="0" err="1"/>
              <a:t>đi</a:t>
            </a:r>
            <a:r>
              <a:rPr lang="en-US" sz="3200" dirty="0"/>
              <a:t>?</a:t>
            </a:r>
            <a:endParaRPr lang="en-US" sz="2800" dirty="0"/>
          </a:p>
        </p:txBody>
      </p:sp>
      <p:grpSp>
        <p:nvGrpSpPr>
          <p:cNvPr id="65542" name="Group 39"/>
          <p:cNvGrpSpPr>
            <a:grpSpLocks/>
          </p:cNvGrpSpPr>
          <p:nvPr/>
        </p:nvGrpSpPr>
        <p:grpSpPr bwMode="auto">
          <a:xfrm>
            <a:off x="3657600" y="2514600"/>
            <a:ext cx="4419600" cy="2362200"/>
            <a:chOff x="2133600" y="1143000"/>
            <a:chExt cx="4419600" cy="2362200"/>
          </a:xfrm>
        </p:grpSpPr>
        <p:sp>
          <p:nvSpPr>
            <p:cNvPr id="65547" name="AutoShape 5"/>
            <p:cNvSpPr>
              <a:spLocks noChangeArrowheads="1"/>
            </p:cNvSpPr>
            <p:nvPr/>
          </p:nvSpPr>
          <p:spPr bwMode="auto">
            <a:xfrm>
              <a:off x="2133600" y="2527738"/>
              <a:ext cx="437584" cy="407276"/>
            </a:xfrm>
            <a:prstGeom prst="flowChartConnector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00" b="1">
                  <a:latin typeface="Arial" pitchFamily="34" charset="0"/>
                </a:rPr>
                <a:t>START</a:t>
              </a:r>
            </a:p>
          </p:txBody>
        </p:sp>
        <p:sp>
          <p:nvSpPr>
            <p:cNvPr id="65548" name="AutoShape 6"/>
            <p:cNvSpPr>
              <a:spLocks noChangeArrowheads="1"/>
            </p:cNvSpPr>
            <p:nvPr/>
          </p:nvSpPr>
          <p:spPr bwMode="auto">
            <a:xfrm>
              <a:off x="6115616" y="1143000"/>
              <a:ext cx="437584" cy="407276"/>
            </a:xfrm>
            <a:prstGeom prst="flowChartConnector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00" b="1">
                  <a:latin typeface="Arial" pitchFamily="34" charset="0"/>
                </a:rPr>
                <a:t>GOAL</a:t>
              </a:r>
            </a:p>
          </p:txBody>
        </p:sp>
        <p:sp>
          <p:nvSpPr>
            <p:cNvPr id="65549" name="AutoShape 7"/>
            <p:cNvSpPr>
              <a:spLocks noChangeArrowheads="1"/>
            </p:cNvSpPr>
            <p:nvPr/>
          </p:nvSpPr>
          <p:spPr bwMode="auto">
            <a:xfrm>
              <a:off x="3402594" y="2161190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d</a:t>
              </a:r>
            </a:p>
          </p:txBody>
        </p:sp>
        <p:sp>
          <p:nvSpPr>
            <p:cNvPr id="65550" name="AutoShape 8"/>
            <p:cNvSpPr>
              <a:spLocks noChangeArrowheads="1"/>
            </p:cNvSpPr>
            <p:nvPr/>
          </p:nvSpPr>
          <p:spPr bwMode="auto">
            <a:xfrm>
              <a:off x="2483667" y="1550276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b</a:t>
              </a:r>
            </a:p>
          </p:txBody>
        </p:sp>
        <p:sp>
          <p:nvSpPr>
            <p:cNvPr id="65551" name="AutoShape 9"/>
            <p:cNvSpPr>
              <a:spLocks noChangeArrowheads="1"/>
            </p:cNvSpPr>
            <p:nvPr/>
          </p:nvSpPr>
          <p:spPr bwMode="auto">
            <a:xfrm>
              <a:off x="2921251" y="2975741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p</a:t>
              </a:r>
            </a:p>
          </p:txBody>
        </p:sp>
        <p:sp>
          <p:nvSpPr>
            <p:cNvPr id="65552" name="AutoShape 10"/>
            <p:cNvSpPr>
              <a:spLocks noChangeArrowheads="1"/>
            </p:cNvSpPr>
            <p:nvPr/>
          </p:nvSpPr>
          <p:spPr bwMode="auto">
            <a:xfrm>
              <a:off x="3971453" y="3097924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q</a:t>
              </a:r>
            </a:p>
          </p:txBody>
        </p:sp>
        <p:sp>
          <p:nvSpPr>
            <p:cNvPr id="65553" name="AutoShape 11"/>
            <p:cNvSpPr>
              <a:spLocks noChangeArrowheads="1"/>
            </p:cNvSpPr>
            <p:nvPr/>
          </p:nvSpPr>
          <p:spPr bwMode="auto">
            <a:xfrm>
              <a:off x="4452796" y="1509548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c</a:t>
              </a:r>
            </a:p>
          </p:txBody>
        </p:sp>
        <p:sp>
          <p:nvSpPr>
            <p:cNvPr id="65554" name="AutoShape 12"/>
            <p:cNvSpPr>
              <a:spLocks noChangeArrowheads="1"/>
            </p:cNvSpPr>
            <p:nvPr/>
          </p:nvSpPr>
          <p:spPr bwMode="auto">
            <a:xfrm>
              <a:off x="5065414" y="1998279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e</a:t>
              </a:r>
            </a:p>
          </p:txBody>
        </p:sp>
        <p:sp>
          <p:nvSpPr>
            <p:cNvPr id="65555" name="AutoShape 13"/>
            <p:cNvSpPr>
              <a:spLocks noChangeArrowheads="1"/>
            </p:cNvSpPr>
            <p:nvPr/>
          </p:nvSpPr>
          <p:spPr bwMode="auto">
            <a:xfrm>
              <a:off x="4715347" y="2568466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h</a:t>
              </a:r>
            </a:p>
          </p:txBody>
        </p:sp>
        <p:sp>
          <p:nvSpPr>
            <p:cNvPr id="65556" name="AutoShape 14"/>
            <p:cNvSpPr>
              <a:spLocks noChangeArrowheads="1"/>
            </p:cNvSpPr>
            <p:nvPr/>
          </p:nvSpPr>
          <p:spPr bwMode="auto">
            <a:xfrm>
              <a:off x="3271319" y="1183728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65557" name="AutoShape 15"/>
            <p:cNvSpPr>
              <a:spLocks noChangeArrowheads="1"/>
            </p:cNvSpPr>
            <p:nvPr/>
          </p:nvSpPr>
          <p:spPr bwMode="auto">
            <a:xfrm>
              <a:off x="5984341" y="2242645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65558" name="AutoShape 16"/>
            <p:cNvSpPr>
              <a:spLocks noChangeArrowheads="1"/>
            </p:cNvSpPr>
            <p:nvPr/>
          </p:nvSpPr>
          <p:spPr bwMode="auto">
            <a:xfrm>
              <a:off x="5809307" y="2975741"/>
              <a:ext cx="437584" cy="407276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65559" name="AutoShape 17"/>
            <p:cNvCxnSpPr>
              <a:cxnSpLocks noChangeShapeType="1"/>
              <a:stCxn id="65547" idx="5"/>
              <a:endCxn id="65551" idx="2"/>
            </p:cNvCxnSpPr>
            <p:nvPr/>
          </p:nvCxnSpPr>
          <p:spPr bwMode="auto">
            <a:xfrm>
              <a:off x="2507370" y="2875619"/>
              <a:ext cx="413882" cy="3037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0" name="AutoShape 18"/>
            <p:cNvCxnSpPr>
              <a:cxnSpLocks noChangeShapeType="1"/>
              <a:stCxn id="65551" idx="5"/>
              <a:endCxn id="65552" idx="2"/>
            </p:cNvCxnSpPr>
            <p:nvPr/>
          </p:nvCxnSpPr>
          <p:spPr bwMode="auto">
            <a:xfrm flipV="1">
              <a:off x="3295021" y="3301562"/>
              <a:ext cx="676432" cy="220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1" name="AutoShape 19"/>
            <p:cNvCxnSpPr>
              <a:cxnSpLocks noChangeShapeType="1"/>
              <a:stCxn id="65555" idx="3"/>
              <a:endCxn id="65552" idx="7"/>
            </p:cNvCxnSpPr>
            <p:nvPr/>
          </p:nvCxnSpPr>
          <p:spPr bwMode="auto">
            <a:xfrm flipH="1">
              <a:off x="4345223" y="2916347"/>
              <a:ext cx="433938" cy="2409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2" name="AutoShape 20"/>
            <p:cNvCxnSpPr>
              <a:cxnSpLocks noChangeShapeType="1"/>
              <a:stCxn id="65555" idx="2"/>
              <a:endCxn id="65551" idx="6"/>
            </p:cNvCxnSpPr>
            <p:nvPr/>
          </p:nvCxnSpPr>
          <p:spPr bwMode="auto">
            <a:xfrm flipH="1">
              <a:off x="3358836" y="2772103"/>
              <a:ext cx="1356511" cy="4072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3" name="AutoShape 21"/>
            <p:cNvCxnSpPr>
              <a:cxnSpLocks noChangeShapeType="1"/>
              <a:stCxn id="65554" idx="4"/>
              <a:endCxn id="65555" idx="7"/>
            </p:cNvCxnSpPr>
            <p:nvPr/>
          </p:nvCxnSpPr>
          <p:spPr bwMode="auto">
            <a:xfrm flipH="1">
              <a:off x="5089116" y="2405555"/>
              <a:ext cx="195090" cy="222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4" name="AutoShape 22"/>
            <p:cNvCxnSpPr>
              <a:cxnSpLocks noChangeShapeType="1"/>
              <a:stCxn id="65554" idx="5"/>
              <a:endCxn id="65558" idx="1"/>
            </p:cNvCxnSpPr>
            <p:nvPr/>
          </p:nvCxnSpPr>
          <p:spPr bwMode="auto">
            <a:xfrm>
              <a:off x="5439184" y="2346161"/>
              <a:ext cx="433938" cy="6889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5" name="AutoShape 23"/>
            <p:cNvCxnSpPr>
              <a:cxnSpLocks noChangeShapeType="1"/>
              <a:stCxn id="65558" idx="0"/>
              <a:endCxn id="65557" idx="4"/>
            </p:cNvCxnSpPr>
            <p:nvPr/>
          </p:nvCxnSpPr>
          <p:spPr bwMode="auto">
            <a:xfrm flipV="1">
              <a:off x="6028099" y="2649921"/>
              <a:ext cx="175034" cy="3258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6" name="AutoShape 24"/>
            <p:cNvCxnSpPr>
              <a:cxnSpLocks noChangeShapeType="1"/>
              <a:stCxn id="65557" idx="0"/>
              <a:endCxn id="65548" idx="4"/>
            </p:cNvCxnSpPr>
            <p:nvPr/>
          </p:nvCxnSpPr>
          <p:spPr bwMode="auto">
            <a:xfrm flipV="1">
              <a:off x="6203133" y="1550276"/>
              <a:ext cx="131275" cy="6923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7" name="AutoShape 25"/>
            <p:cNvCxnSpPr>
              <a:cxnSpLocks noChangeShapeType="1"/>
              <a:stCxn id="65547" idx="7"/>
            </p:cNvCxnSpPr>
            <p:nvPr/>
          </p:nvCxnSpPr>
          <p:spPr bwMode="auto">
            <a:xfrm flipV="1">
              <a:off x="2507370" y="2364828"/>
              <a:ext cx="895224" cy="222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8" name="AutoShape 26"/>
            <p:cNvCxnSpPr>
              <a:cxnSpLocks noChangeShapeType="1"/>
              <a:stCxn id="65549" idx="1"/>
              <a:endCxn id="65550" idx="5"/>
            </p:cNvCxnSpPr>
            <p:nvPr/>
          </p:nvCxnSpPr>
          <p:spPr bwMode="auto">
            <a:xfrm flipH="1" flipV="1">
              <a:off x="2857437" y="1898157"/>
              <a:ext cx="608971" cy="3224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9" name="AutoShape 27"/>
            <p:cNvCxnSpPr>
              <a:cxnSpLocks noChangeShapeType="1"/>
              <a:endCxn id="65556" idx="2"/>
            </p:cNvCxnSpPr>
            <p:nvPr/>
          </p:nvCxnSpPr>
          <p:spPr bwMode="auto">
            <a:xfrm flipV="1">
              <a:off x="2877493" y="1387366"/>
              <a:ext cx="393826" cy="222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70" name="AutoShape 28"/>
            <p:cNvCxnSpPr>
              <a:cxnSpLocks noChangeShapeType="1"/>
              <a:stCxn id="65553" idx="2"/>
              <a:endCxn id="65556" idx="6"/>
            </p:cNvCxnSpPr>
            <p:nvPr/>
          </p:nvCxnSpPr>
          <p:spPr bwMode="auto">
            <a:xfrm flipH="1" flipV="1">
              <a:off x="3708903" y="1387366"/>
              <a:ext cx="743893" cy="3258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71" name="AutoShape 29"/>
            <p:cNvCxnSpPr>
              <a:cxnSpLocks noChangeShapeType="1"/>
              <a:stCxn id="65549" idx="7"/>
              <a:endCxn id="65553" idx="3"/>
            </p:cNvCxnSpPr>
            <p:nvPr/>
          </p:nvCxnSpPr>
          <p:spPr bwMode="auto">
            <a:xfrm flipV="1">
              <a:off x="3776364" y="1857430"/>
              <a:ext cx="740247" cy="36315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72" name="AutoShape 30"/>
            <p:cNvCxnSpPr>
              <a:cxnSpLocks noChangeShapeType="1"/>
              <a:stCxn id="65549" idx="6"/>
              <a:endCxn id="65554" idx="2"/>
            </p:cNvCxnSpPr>
            <p:nvPr/>
          </p:nvCxnSpPr>
          <p:spPr bwMode="auto">
            <a:xfrm flipV="1">
              <a:off x="3840178" y="2201917"/>
              <a:ext cx="1225236" cy="1629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73" name="AutoShape 31"/>
            <p:cNvCxnSpPr>
              <a:cxnSpLocks noChangeShapeType="1"/>
              <a:stCxn id="65557" idx="1"/>
              <a:endCxn id="65553" idx="6"/>
            </p:cNvCxnSpPr>
            <p:nvPr/>
          </p:nvCxnSpPr>
          <p:spPr bwMode="auto">
            <a:xfrm rot="5400000" flipH="1">
              <a:off x="5174841" y="1428725"/>
              <a:ext cx="588853" cy="115777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74" name="AutoShape 32"/>
            <p:cNvCxnSpPr>
              <a:cxnSpLocks noChangeShapeType="1"/>
              <a:stCxn id="65547" idx="6"/>
              <a:endCxn id="65554" idx="3"/>
            </p:cNvCxnSpPr>
            <p:nvPr/>
          </p:nvCxnSpPr>
          <p:spPr bwMode="auto">
            <a:xfrm flipV="1">
              <a:off x="2571184" y="2346161"/>
              <a:ext cx="2558044" cy="38521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6" name="AutoShape 32"/>
          <p:cNvCxnSpPr>
            <a:cxnSpLocks noChangeShapeType="1"/>
          </p:cNvCxnSpPr>
          <p:nvPr/>
        </p:nvCxnSpPr>
        <p:spPr bwMode="auto">
          <a:xfrm flipV="1">
            <a:off x="4092575" y="3716339"/>
            <a:ext cx="2559050" cy="384175"/>
          </a:xfrm>
          <a:prstGeom prst="curvedConnector2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22"/>
          <p:cNvCxnSpPr>
            <a:cxnSpLocks noChangeShapeType="1"/>
          </p:cNvCxnSpPr>
          <p:nvPr/>
        </p:nvCxnSpPr>
        <p:spPr bwMode="auto">
          <a:xfrm>
            <a:off x="6961189" y="3711576"/>
            <a:ext cx="434975" cy="688975"/>
          </a:xfrm>
          <a:prstGeom prst="straightConnector1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23"/>
          <p:cNvCxnSpPr>
            <a:cxnSpLocks noChangeShapeType="1"/>
          </p:cNvCxnSpPr>
          <p:nvPr/>
        </p:nvCxnSpPr>
        <p:spPr bwMode="auto">
          <a:xfrm flipV="1">
            <a:off x="7558089" y="4011614"/>
            <a:ext cx="174625" cy="325437"/>
          </a:xfrm>
          <a:prstGeom prst="straightConnector1">
            <a:avLst/>
          </a:prstGeom>
          <a:noFill/>
          <a:ln w="2857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24"/>
          <p:cNvCxnSpPr>
            <a:cxnSpLocks noChangeShapeType="1"/>
          </p:cNvCxnSpPr>
          <p:nvPr/>
        </p:nvCxnSpPr>
        <p:spPr bwMode="auto">
          <a:xfrm flipV="1">
            <a:off x="7731126" y="2922588"/>
            <a:ext cx="131763" cy="692150"/>
          </a:xfrm>
          <a:prstGeom prst="straightConnector1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BCC3047-D043-7EB9-3C6A-4B83EDFA5189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391A7254-8DB6-A1FE-18ED-EFB5DFB1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8C4F5-397D-74F3-B245-E689EBA2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64B885-509F-317F-47CB-2CBF907D1F2E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6A4485B1-AFB9-4828-8547-D67D533EC5E7}" type="slidenum">
              <a:rPr lang="en-US" altLang="en-US" smtClean="0">
                <a:latin typeface="Garamond" pitchFamily="18" charset="0"/>
              </a:rPr>
              <a:pPr eaLnBrk="1" hangingPunct="1"/>
              <a:t>17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24200" y="198438"/>
            <a:ext cx="9067800" cy="944562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C00000"/>
                </a:solidFill>
              </a:rPr>
              <a:t>Cách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ghi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nhớ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đường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đi</a:t>
            </a:r>
            <a:r>
              <a:rPr lang="en-US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6656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0999" y="1266779"/>
            <a:ext cx="7944853" cy="4953000"/>
          </a:xfrm>
          <a:ln>
            <a:noFill/>
          </a:ln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Khi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con </a:t>
            </a:r>
            <a:r>
              <a:rPr lang="en-US" sz="2400" b="1" i="1" dirty="0" err="1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trỏ</a:t>
            </a:r>
            <a:r>
              <a:rPr lang="en-US" sz="2400" b="1" i="1" dirty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 quay </a:t>
            </a:r>
            <a:r>
              <a:rPr lang="en-US" sz="2400" b="1" i="1" dirty="0" err="1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 eaLnBrk="1" hangingPunct="1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</a:pP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sz="2400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(GOAL</a:t>
            </a:r>
            <a:r>
              <a:rPr lang="en-US" sz="2400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thấy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mình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4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ở  </a:t>
            </a:r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r.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2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rồi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e. Do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300CF-2E92-43E0-820F-306EFEB62210}"/>
              </a:ext>
            </a:extLst>
          </p:cNvPr>
          <p:cNvSpPr txBox="1"/>
          <p:nvPr/>
        </p:nvSpPr>
        <p:spPr>
          <a:xfrm>
            <a:off x="2743200" y="4986930"/>
            <a:ext cx="723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highlight>
                  <a:srgbClr val="D5DFFF"/>
                </a:highlight>
                <a:cs typeface="Times New Roman" pitchFamily="18" charset="0"/>
              </a:rPr>
              <a:t>“</a:t>
            </a:r>
            <a:r>
              <a:rPr lang="en-US" sz="3200" dirty="0">
                <a:solidFill>
                  <a:schemeClr val="tx2">
                    <a:lumMod val="65000"/>
                    <a:lumOff val="35000"/>
                  </a:schemeClr>
                </a:solidFill>
                <a:highlight>
                  <a:srgbClr val="D5DFFF"/>
                </a:highlight>
                <a:cs typeface="Times New Roman" pitchFamily="18" charset="0"/>
              </a:rPr>
              <a:t>START</a:t>
            </a:r>
            <a:r>
              <a:rPr lang="en-US" sz="3200" dirty="0">
                <a:solidFill>
                  <a:srgbClr val="0000CC"/>
                </a:solidFill>
                <a:highlight>
                  <a:srgbClr val="D5DFFF"/>
                </a:highlight>
                <a:cs typeface="Times New Roman" pitchFamily="18" charset="0"/>
              </a:rPr>
              <a:t> </a:t>
            </a:r>
            <a:r>
              <a:rPr lang="en-US" sz="3200" dirty="0"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3200" b="1" i="1" dirty="0">
                <a:solidFill>
                  <a:schemeClr val="accent2"/>
                </a:solidFill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e</a:t>
            </a:r>
            <a:r>
              <a:rPr lang="en-US" sz="3200" dirty="0"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  </a:t>
            </a:r>
            <a:r>
              <a:rPr lang="en-US" sz="3200" b="1" i="1" dirty="0">
                <a:solidFill>
                  <a:srgbClr val="00B050"/>
                </a:solidFill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r</a:t>
            </a:r>
            <a:r>
              <a:rPr lang="en-US" sz="3200" dirty="0"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  </a:t>
            </a:r>
            <a:r>
              <a:rPr lang="en-US" sz="3200" b="1" i="1" dirty="0">
                <a:solidFill>
                  <a:srgbClr val="7030A0"/>
                </a:solidFill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f</a:t>
            </a:r>
            <a:r>
              <a:rPr lang="en-US" sz="3200" dirty="0"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  </a:t>
            </a:r>
            <a:r>
              <a:rPr lang="en-US" sz="3200" b="1" dirty="0">
                <a:solidFill>
                  <a:srgbClr val="0070C0"/>
                </a:solidFill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GOAL</a:t>
            </a:r>
            <a:r>
              <a:rPr lang="en-US" sz="3200" dirty="0">
                <a:highlight>
                  <a:srgbClr val="D5DFFF"/>
                </a:highlight>
                <a:cs typeface="Times New Roman" pitchFamily="18" charset="0"/>
                <a:sym typeface="Wingdings" pitchFamily="2" charset="2"/>
              </a:rPr>
              <a:t>”</a:t>
            </a:r>
            <a:endParaRPr lang="en-US" sz="3200" dirty="0">
              <a:highlight>
                <a:srgbClr val="D5DFFF"/>
              </a:highlight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65AD3E-02ED-469B-B18D-1F859CE3F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1676400"/>
            <a:ext cx="3726997" cy="251460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3EA0E58-F53E-8055-6FEB-89FA26582651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6C6D475-6756-55FF-0F8C-CEE30818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DA59E-C857-BA1D-67AC-C2008CB57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9801A2-7195-9E68-EE45-62E3A73326B1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C5C45E1D-0194-4134-9778-0494BBA6378D}" type="slidenum">
              <a:rPr lang="en-US" altLang="en-US" smtClean="0">
                <a:latin typeface="Garamond" pitchFamily="18" charset="0"/>
              </a:rPr>
              <a:pPr eaLnBrk="1" hangingPunct="1"/>
              <a:t>18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6963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" y="1007728"/>
            <a:ext cx="11658600" cy="4624722"/>
          </a:xfrm>
        </p:spPr>
        <p:txBody>
          <a:bodyPr>
            <a:normAutofit lnSpcReduction="10000"/>
          </a:bodyPr>
          <a:lstStyle/>
          <a:p>
            <a:pPr marL="465138" indent="-465138" algn="just" defTabSz="114300" eaLnBrk="1" hangingPunct="1">
              <a:buNone/>
            </a:pP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ghi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nhớ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65138" indent="-465138" algn="just" defTabSz="114300" eaLnBrk="1" hangingPunct="1"/>
            <a:r>
              <a:rPr lang="en-US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thái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ngắn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thái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5138" indent="-465138" algn="just" defTabSz="114300" eaLnBrk="1" hangingPunct="1"/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vòng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toán ta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="1" i="1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thái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thái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endParaRPr lang="en-US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463550" indent="-463550" algn="just" defTabSz="114300"/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Sau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suốt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vòng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ta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START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 </a:t>
            </a:r>
            <a:r>
              <a:rPr lang="en-US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endParaRPr lang="en-US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463550" indent="-463550" algn="just" defTabSz="114300"/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ta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{START}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NULL</a:t>
            </a:r>
          </a:p>
          <a:p>
            <a:pPr marL="463550" indent="-463550" algn="just" defTabSz="114300"/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ta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START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tục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3A0D7E-01C8-4E4A-92FC-EB5D618B3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72752"/>
            <a:ext cx="908685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kern="0" dirty="0" err="1">
                <a:solidFill>
                  <a:srgbClr val="C00000"/>
                </a:solidFill>
              </a:rPr>
              <a:t>Mô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tả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tìm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kiếm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theo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chiều</a:t>
            </a:r>
            <a:r>
              <a:rPr lang="en-US" kern="0" dirty="0">
                <a:solidFill>
                  <a:srgbClr val="C00000"/>
                </a:solidFill>
              </a:rPr>
              <a:t> </a:t>
            </a:r>
            <a:r>
              <a:rPr lang="en-US" kern="0" dirty="0" err="1">
                <a:solidFill>
                  <a:srgbClr val="C00000"/>
                </a:solidFill>
              </a:rPr>
              <a:t>rộng</a:t>
            </a:r>
            <a:endParaRPr lang="en-US" kern="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CFF0863-A985-DAAE-D23E-005D073A0154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5428187-3F09-AC0A-D746-A2E789CB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2478A-2D56-B2C3-57BB-FFF2B6DC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8AF72B-038B-0D3D-0C22-9EDF1D09AA49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5" name="Freeform 48"/>
          <p:cNvSpPr>
            <a:spLocks/>
          </p:cNvSpPr>
          <p:nvPr/>
        </p:nvSpPr>
        <p:spPr bwMode="auto">
          <a:xfrm>
            <a:off x="2321227" y="3200399"/>
            <a:ext cx="1161936" cy="843747"/>
          </a:xfrm>
          <a:custGeom>
            <a:avLst/>
            <a:gdLst>
              <a:gd name="T0" fmla="*/ 2147483647 w 688"/>
              <a:gd name="T1" fmla="*/ 2147483647 h 748"/>
              <a:gd name="T2" fmla="*/ 2147483647 w 688"/>
              <a:gd name="T3" fmla="*/ 2147483647 h 748"/>
              <a:gd name="T4" fmla="*/ 2147483647 w 688"/>
              <a:gd name="T5" fmla="*/ 2147483647 h 748"/>
              <a:gd name="T6" fmla="*/ 2147483647 w 688"/>
              <a:gd name="T7" fmla="*/ 2147483647 h 748"/>
              <a:gd name="T8" fmla="*/ 0 w 688"/>
              <a:gd name="T9" fmla="*/ 2147483647 h 748"/>
              <a:gd name="T10" fmla="*/ 2147483647 w 688"/>
              <a:gd name="T11" fmla="*/ 2147483647 h 748"/>
              <a:gd name="T12" fmla="*/ 2147483647 w 688"/>
              <a:gd name="T13" fmla="*/ 2147483647 h 748"/>
              <a:gd name="T14" fmla="*/ 2147483647 w 688"/>
              <a:gd name="T15" fmla="*/ 2147483647 h 748"/>
              <a:gd name="T16" fmla="*/ 2147483647 w 688"/>
              <a:gd name="T17" fmla="*/ 2147483647 h 748"/>
              <a:gd name="T18" fmla="*/ 2147483647 w 688"/>
              <a:gd name="T19" fmla="*/ 2147483647 h 748"/>
              <a:gd name="T20" fmla="*/ 2147483647 w 688"/>
              <a:gd name="T21" fmla="*/ 2147483647 h 748"/>
              <a:gd name="T22" fmla="*/ 2147483647 w 688"/>
              <a:gd name="T23" fmla="*/ 2147483647 h 748"/>
              <a:gd name="T24" fmla="*/ 2147483647 w 688"/>
              <a:gd name="T25" fmla="*/ 2147483647 h 748"/>
              <a:gd name="T26" fmla="*/ 2147483647 w 688"/>
              <a:gd name="T27" fmla="*/ 2147483647 h 748"/>
              <a:gd name="T28" fmla="*/ 2147483647 w 688"/>
              <a:gd name="T29" fmla="*/ 2147483647 h 748"/>
              <a:gd name="T30" fmla="*/ 2147483647 w 688"/>
              <a:gd name="T31" fmla="*/ 2147483647 h 748"/>
              <a:gd name="T32" fmla="*/ 2147483647 w 688"/>
              <a:gd name="T33" fmla="*/ 2147483647 h 74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688"/>
              <a:gd name="T52" fmla="*/ 0 h 748"/>
              <a:gd name="T53" fmla="*/ 688 w 688"/>
              <a:gd name="T54" fmla="*/ 748 h 74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688" h="748">
                <a:moveTo>
                  <a:pt x="364" y="2"/>
                </a:moveTo>
                <a:cubicBezTo>
                  <a:pt x="334" y="23"/>
                  <a:pt x="298" y="42"/>
                  <a:pt x="263" y="53"/>
                </a:cubicBezTo>
                <a:cubicBezTo>
                  <a:pt x="222" y="80"/>
                  <a:pt x="183" y="113"/>
                  <a:pt x="136" y="130"/>
                </a:cubicBezTo>
                <a:cubicBezTo>
                  <a:pt x="112" y="166"/>
                  <a:pt x="82" y="200"/>
                  <a:pt x="51" y="231"/>
                </a:cubicBezTo>
                <a:cubicBezTo>
                  <a:pt x="34" y="281"/>
                  <a:pt x="11" y="322"/>
                  <a:pt x="0" y="375"/>
                </a:cubicBezTo>
                <a:cubicBezTo>
                  <a:pt x="3" y="434"/>
                  <a:pt x="4" y="494"/>
                  <a:pt x="9" y="553"/>
                </a:cubicBezTo>
                <a:cubicBezTo>
                  <a:pt x="19" y="672"/>
                  <a:pt x="162" y="715"/>
                  <a:pt x="254" y="748"/>
                </a:cubicBezTo>
                <a:cubicBezTo>
                  <a:pt x="362" y="742"/>
                  <a:pt x="410" y="742"/>
                  <a:pt x="500" y="714"/>
                </a:cubicBezTo>
                <a:cubicBezTo>
                  <a:pt x="571" y="666"/>
                  <a:pt x="481" y="723"/>
                  <a:pt x="551" y="689"/>
                </a:cubicBezTo>
                <a:cubicBezTo>
                  <a:pt x="582" y="674"/>
                  <a:pt x="607" y="642"/>
                  <a:pt x="635" y="621"/>
                </a:cubicBezTo>
                <a:cubicBezTo>
                  <a:pt x="657" y="576"/>
                  <a:pt x="674" y="543"/>
                  <a:pt x="686" y="494"/>
                </a:cubicBezTo>
                <a:cubicBezTo>
                  <a:pt x="684" y="470"/>
                  <a:pt x="688" y="364"/>
                  <a:pt x="661" y="324"/>
                </a:cubicBezTo>
                <a:cubicBezTo>
                  <a:pt x="622" y="266"/>
                  <a:pt x="533" y="193"/>
                  <a:pt x="466" y="172"/>
                </a:cubicBezTo>
                <a:cubicBezTo>
                  <a:pt x="410" y="134"/>
                  <a:pt x="476" y="175"/>
                  <a:pt x="407" y="146"/>
                </a:cubicBezTo>
                <a:cubicBezTo>
                  <a:pt x="340" y="118"/>
                  <a:pt x="293" y="62"/>
                  <a:pt x="220" y="45"/>
                </a:cubicBezTo>
                <a:cubicBezTo>
                  <a:pt x="153" y="0"/>
                  <a:pt x="235" y="52"/>
                  <a:pt x="170" y="19"/>
                </a:cubicBezTo>
                <a:cubicBezTo>
                  <a:pt x="161" y="14"/>
                  <a:pt x="144" y="2"/>
                  <a:pt x="144" y="2"/>
                </a:cubicBezTo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14566E-1EA0-FA8A-C412-1511C798F3E6}"/>
              </a:ext>
            </a:extLst>
          </p:cNvPr>
          <p:cNvGrpSpPr/>
          <p:nvPr/>
        </p:nvGrpSpPr>
        <p:grpSpPr>
          <a:xfrm>
            <a:off x="3103039" y="2514600"/>
            <a:ext cx="4847770" cy="2451185"/>
            <a:chOff x="3103039" y="2514600"/>
            <a:chExt cx="4847770" cy="2451185"/>
          </a:xfrm>
        </p:grpSpPr>
        <p:sp>
          <p:nvSpPr>
            <p:cNvPr id="75784" name="Freeform 49"/>
            <p:cNvSpPr>
              <a:spLocks/>
            </p:cNvSpPr>
            <p:nvPr/>
          </p:nvSpPr>
          <p:spPr bwMode="auto">
            <a:xfrm>
              <a:off x="3504335" y="2514600"/>
              <a:ext cx="4446474" cy="2451185"/>
            </a:xfrm>
            <a:custGeom>
              <a:avLst/>
              <a:gdLst>
                <a:gd name="T0" fmla="*/ 2147483647 w 2847"/>
                <a:gd name="T1" fmla="*/ 2147483647 h 1722"/>
                <a:gd name="T2" fmla="*/ 2147483647 w 2847"/>
                <a:gd name="T3" fmla="*/ 2147483647 h 1722"/>
                <a:gd name="T4" fmla="*/ 2147483647 w 2847"/>
                <a:gd name="T5" fmla="*/ 2147483647 h 1722"/>
                <a:gd name="T6" fmla="*/ 2147483647 w 2847"/>
                <a:gd name="T7" fmla="*/ 2147483647 h 1722"/>
                <a:gd name="T8" fmla="*/ 2147483647 w 2847"/>
                <a:gd name="T9" fmla="*/ 2147483647 h 1722"/>
                <a:gd name="T10" fmla="*/ 2147483647 w 2847"/>
                <a:gd name="T11" fmla="*/ 2147483647 h 1722"/>
                <a:gd name="T12" fmla="*/ 2147483647 w 2847"/>
                <a:gd name="T13" fmla="*/ 2147483647 h 1722"/>
                <a:gd name="T14" fmla="*/ 2147483647 w 2847"/>
                <a:gd name="T15" fmla="*/ 2147483647 h 1722"/>
                <a:gd name="T16" fmla="*/ 2147483647 w 2847"/>
                <a:gd name="T17" fmla="*/ 2147483647 h 1722"/>
                <a:gd name="T18" fmla="*/ 2147483647 w 2847"/>
                <a:gd name="T19" fmla="*/ 2147483647 h 1722"/>
                <a:gd name="T20" fmla="*/ 2147483647 w 2847"/>
                <a:gd name="T21" fmla="*/ 2147483647 h 1722"/>
                <a:gd name="T22" fmla="*/ 2147483647 w 2847"/>
                <a:gd name="T23" fmla="*/ 2147483647 h 1722"/>
                <a:gd name="T24" fmla="*/ 2147483647 w 2847"/>
                <a:gd name="T25" fmla="*/ 2147483647 h 1722"/>
                <a:gd name="T26" fmla="*/ 2147483647 w 2847"/>
                <a:gd name="T27" fmla="*/ 2147483647 h 1722"/>
                <a:gd name="T28" fmla="*/ 2147483647 w 2847"/>
                <a:gd name="T29" fmla="*/ 2147483647 h 1722"/>
                <a:gd name="T30" fmla="*/ 2147483647 w 2847"/>
                <a:gd name="T31" fmla="*/ 2147483647 h 1722"/>
                <a:gd name="T32" fmla="*/ 2147483647 w 2847"/>
                <a:gd name="T33" fmla="*/ 2147483647 h 1722"/>
                <a:gd name="T34" fmla="*/ 2147483647 w 2847"/>
                <a:gd name="T35" fmla="*/ 2147483647 h 1722"/>
                <a:gd name="T36" fmla="*/ 2147483647 w 2847"/>
                <a:gd name="T37" fmla="*/ 2147483647 h 1722"/>
                <a:gd name="T38" fmla="*/ 2147483647 w 2847"/>
                <a:gd name="T39" fmla="*/ 2147483647 h 1722"/>
                <a:gd name="T40" fmla="*/ 2147483647 w 2847"/>
                <a:gd name="T41" fmla="*/ 2147483647 h 1722"/>
                <a:gd name="T42" fmla="*/ 2147483647 w 2847"/>
                <a:gd name="T43" fmla="*/ 2147483647 h 1722"/>
                <a:gd name="T44" fmla="*/ 2147483647 w 2847"/>
                <a:gd name="T45" fmla="*/ 2147483647 h 1722"/>
                <a:gd name="T46" fmla="*/ 2147483647 w 2847"/>
                <a:gd name="T47" fmla="*/ 2147483647 h 1722"/>
                <a:gd name="T48" fmla="*/ 2147483647 w 2847"/>
                <a:gd name="T49" fmla="*/ 2147483647 h 1722"/>
                <a:gd name="T50" fmla="*/ 2147483647 w 2847"/>
                <a:gd name="T51" fmla="*/ 2147483647 h 1722"/>
                <a:gd name="T52" fmla="*/ 2147483647 w 2847"/>
                <a:gd name="T53" fmla="*/ 2147483647 h 1722"/>
                <a:gd name="T54" fmla="*/ 2147483647 w 2847"/>
                <a:gd name="T55" fmla="*/ 2147483647 h 1722"/>
                <a:gd name="T56" fmla="*/ 2147483647 w 2847"/>
                <a:gd name="T57" fmla="*/ 2147483647 h 1722"/>
                <a:gd name="T58" fmla="*/ 2147483647 w 2847"/>
                <a:gd name="T59" fmla="*/ 2147483647 h 1722"/>
                <a:gd name="T60" fmla="*/ 2147483647 w 2847"/>
                <a:gd name="T61" fmla="*/ 2147483647 h 1722"/>
                <a:gd name="T62" fmla="*/ 2147483647 w 2847"/>
                <a:gd name="T63" fmla="*/ 2147483647 h 1722"/>
                <a:gd name="T64" fmla="*/ 2147483647 w 2847"/>
                <a:gd name="T65" fmla="*/ 2147483647 h 1722"/>
                <a:gd name="T66" fmla="*/ 2147483647 w 2847"/>
                <a:gd name="T67" fmla="*/ 2147483647 h 1722"/>
                <a:gd name="T68" fmla="*/ 2147483647 w 2847"/>
                <a:gd name="T69" fmla="*/ 2147483647 h 1722"/>
                <a:gd name="T70" fmla="*/ 2147483647 w 2847"/>
                <a:gd name="T71" fmla="*/ 2147483647 h 1722"/>
                <a:gd name="T72" fmla="*/ 2147483647 w 2847"/>
                <a:gd name="T73" fmla="*/ 2147483647 h 1722"/>
                <a:gd name="T74" fmla="*/ 2147483647 w 2847"/>
                <a:gd name="T75" fmla="*/ 2147483647 h 1722"/>
                <a:gd name="T76" fmla="*/ 2147483647 w 2847"/>
                <a:gd name="T77" fmla="*/ 2147483647 h 1722"/>
                <a:gd name="T78" fmla="*/ 2147483647 w 2847"/>
                <a:gd name="T79" fmla="*/ 0 h 1722"/>
                <a:gd name="T80" fmla="*/ 2147483647 w 2847"/>
                <a:gd name="T81" fmla="*/ 2147483647 h 1722"/>
                <a:gd name="T82" fmla="*/ 2147483647 w 2847"/>
                <a:gd name="T83" fmla="*/ 2147483647 h 1722"/>
                <a:gd name="T84" fmla="*/ 2147483647 w 2847"/>
                <a:gd name="T85" fmla="*/ 2147483647 h 1722"/>
                <a:gd name="T86" fmla="*/ 2147483647 w 2847"/>
                <a:gd name="T87" fmla="*/ 2147483647 h 1722"/>
                <a:gd name="T88" fmla="*/ 2147483647 w 2847"/>
                <a:gd name="T89" fmla="*/ 2147483647 h 1722"/>
                <a:gd name="T90" fmla="*/ 2147483647 w 2847"/>
                <a:gd name="T91" fmla="*/ 2147483647 h 1722"/>
                <a:gd name="T92" fmla="*/ 2147483647 w 2847"/>
                <a:gd name="T93" fmla="*/ 2147483647 h 1722"/>
                <a:gd name="T94" fmla="*/ 2147483647 w 2847"/>
                <a:gd name="T95" fmla="*/ 2147483647 h 1722"/>
                <a:gd name="T96" fmla="*/ 2147483647 w 2847"/>
                <a:gd name="T97" fmla="*/ 2147483647 h 1722"/>
                <a:gd name="T98" fmla="*/ 2147483647 w 2847"/>
                <a:gd name="T99" fmla="*/ 2147483647 h 1722"/>
                <a:gd name="T100" fmla="*/ 2147483647 w 2847"/>
                <a:gd name="T101" fmla="*/ 2147483647 h 1722"/>
                <a:gd name="T102" fmla="*/ 2147483647 w 2847"/>
                <a:gd name="T103" fmla="*/ 2147483647 h 172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847"/>
                <a:gd name="T157" fmla="*/ 0 h 1722"/>
                <a:gd name="T158" fmla="*/ 2847 w 2847"/>
                <a:gd name="T159" fmla="*/ 1722 h 172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847" h="1722">
                  <a:moveTo>
                    <a:pt x="545" y="263"/>
                  </a:moveTo>
                  <a:cubicBezTo>
                    <a:pt x="522" y="297"/>
                    <a:pt x="500" y="330"/>
                    <a:pt x="477" y="364"/>
                  </a:cubicBezTo>
                  <a:cubicBezTo>
                    <a:pt x="471" y="373"/>
                    <a:pt x="466" y="381"/>
                    <a:pt x="460" y="390"/>
                  </a:cubicBezTo>
                  <a:cubicBezTo>
                    <a:pt x="454" y="398"/>
                    <a:pt x="443" y="415"/>
                    <a:pt x="443" y="415"/>
                  </a:cubicBezTo>
                  <a:cubicBezTo>
                    <a:pt x="435" y="441"/>
                    <a:pt x="422" y="468"/>
                    <a:pt x="409" y="491"/>
                  </a:cubicBezTo>
                  <a:cubicBezTo>
                    <a:pt x="399" y="509"/>
                    <a:pt x="375" y="542"/>
                    <a:pt x="375" y="542"/>
                  </a:cubicBezTo>
                  <a:cubicBezTo>
                    <a:pt x="360" y="591"/>
                    <a:pt x="344" y="635"/>
                    <a:pt x="316" y="678"/>
                  </a:cubicBezTo>
                  <a:cubicBezTo>
                    <a:pt x="307" y="707"/>
                    <a:pt x="298" y="735"/>
                    <a:pt x="282" y="762"/>
                  </a:cubicBezTo>
                  <a:cubicBezTo>
                    <a:pt x="271" y="780"/>
                    <a:pt x="248" y="813"/>
                    <a:pt x="248" y="813"/>
                  </a:cubicBezTo>
                  <a:cubicBezTo>
                    <a:pt x="227" y="903"/>
                    <a:pt x="256" y="797"/>
                    <a:pt x="223" y="872"/>
                  </a:cubicBezTo>
                  <a:cubicBezTo>
                    <a:pt x="203" y="918"/>
                    <a:pt x="201" y="966"/>
                    <a:pt x="172" y="1008"/>
                  </a:cubicBezTo>
                  <a:cubicBezTo>
                    <a:pt x="159" y="1063"/>
                    <a:pt x="139" y="1116"/>
                    <a:pt x="121" y="1169"/>
                  </a:cubicBezTo>
                  <a:cubicBezTo>
                    <a:pt x="106" y="1214"/>
                    <a:pt x="97" y="1257"/>
                    <a:pt x="70" y="1296"/>
                  </a:cubicBezTo>
                  <a:cubicBezTo>
                    <a:pt x="0" y="1514"/>
                    <a:pt x="126" y="1676"/>
                    <a:pt x="333" y="1703"/>
                  </a:cubicBezTo>
                  <a:cubicBezTo>
                    <a:pt x="390" y="1699"/>
                    <a:pt x="458" y="1722"/>
                    <a:pt x="502" y="1686"/>
                  </a:cubicBezTo>
                  <a:cubicBezTo>
                    <a:pt x="510" y="1679"/>
                    <a:pt x="512" y="1667"/>
                    <a:pt x="519" y="1660"/>
                  </a:cubicBezTo>
                  <a:cubicBezTo>
                    <a:pt x="526" y="1653"/>
                    <a:pt x="536" y="1649"/>
                    <a:pt x="545" y="1643"/>
                  </a:cubicBezTo>
                  <a:cubicBezTo>
                    <a:pt x="556" y="1626"/>
                    <a:pt x="565" y="1606"/>
                    <a:pt x="579" y="1592"/>
                  </a:cubicBezTo>
                  <a:cubicBezTo>
                    <a:pt x="587" y="1584"/>
                    <a:pt x="597" y="1576"/>
                    <a:pt x="604" y="1567"/>
                  </a:cubicBezTo>
                  <a:cubicBezTo>
                    <a:pt x="637" y="1525"/>
                    <a:pt x="659" y="1476"/>
                    <a:pt x="689" y="1432"/>
                  </a:cubicBezTo>
                  <a:cubicBezTo>
                    <a:pt x="707" y="1405"/>
                    <a:pt x="708" y="1374"/>
                    <a:pt x="723" y="1347"/>
                  </a:cubicBezTo>
                  <a:cubicBezTo>
                    <a:pt x="733" y="1329"/>
                    <a:pt x="757" y="1296"/>
                    <a:pt x="757" y="1296"/>
                  </a:cubicBezTo>
                  <a:cubicBezTo>
                    <a:pt x="786" y="1207"/>
                    <a:pt x="837" y="1123"/>
                    <a:pt x="884" y="1042"/>
                  </a:cubicBezTo>
                  <a:cubicBezTo>
                    <a:pt x="913" y="991"/>
                    <a:pt x="938" y="942"/>
                    <a:pt x="985" y="906"/>
                  </a:cubicBezTo>
                  <a:cubicBezTo>
                    <a:pt x="1005" y="851"/>
                    <a:pt x="977" y="913"/>
                    <a:pt x="1028" y="856"/>
                  </a:cubicBezTo>
                  <a:cubicBezTo>
                    <a:pt x="1064" y="815"/>
                    <a:pt x="1083" y="768"/>
                    <a:pt x="1129" y="737"/>
                  </a:cubicBezTo>
                  <a:cubicBezTo>
                    <a:pt x="1227" y="592"/>
                    <a:pt x="1505" y="581"/>
                    <a:pt x="1654" y="568"/>
                  </a:cubicBezTo>
                  <a:cubicBezTo>
                    <a:pt x="1677" y="566"/>
                    <a:pt x="1699" y="561"/>
                    <a:pt x="1722" y="559"/>
                  </a:cubicBezTo>
                  <a:cubicBezTo>
                    <a:pt x="1773" y="555"/>
                    <a:pt x="1824" y="554"/>
                    <a:pt x="1875" y="551"/>
                  </a:cubicBezTo>
                  <a:cubicBezTo>
                    <a:pt x="2017" y="536"/>
                    <a:pt x="1971" y="537"/>
                    <a:pt x="2180" y="551"/>
                  </a:cubicBezTo>
                  <a:cubicBezTo>
                    <a:pt x="2187" y="551"/>
                    <a:pt x="2224" y="566"/>
                    <a:pt x="2230" y="568"/>
                  </a:cubicBezTo>
                  <a:cubicBezTo>
                    <a:pt x="2272" y="578"/>
                    <a:pt x="2316" y="586"/>
                    <a:pt x="2358" y="593"/>
                  </a:cubicBezTo>
                  <a:cubicBezTo>
                    <a:pt x="2423" y="590"/>
                    <a:pt x="2540" y="591"/>
                    <a:pt x="2620" y="576"/>
                  </a:cubicBezTo>
                  <a:cubicBezTo>
                    <a:pt x="2669" y="567"/>
                    <a:pt x="2701" y="532"/>
                    <a:pt x="2747" y="517"/>
                  </a:cubicBezTo>
                  <a:cubicBezTo>
                    <a:pt x="2753" y="508"/>
                    <a:pt x="2757" y="498"/>
                    <a:pt x="2764" y="491"/>
                  </a:cubicBezTo>
                  <a:cubicBezTo>
                    <a:pt x="2771" y="484"/>
                    <a:pt x="2785" y="483"/>
                    <a:pt x="2790" y="474"/>
                  </a:cubicBezTo>
                  <a:cubicBezTo>
                    <a:pt x="2810" y="442"/>
                    <a:pt x="2810" y="405"/>
                    <a:pt x="2832" y="373"/>
                  </a:cubicBezTo>
                  <a:cubicBezTo>
                    <a:pt x="2840" y="293"/>
                    <a:pt x="2847" y="267"/>
                    <a:pt x="2832" y="178"/>
                  </a:cubicBezTo>
                  <a:cubicBezTo>
                    <a:pt x="2826" y="145"/>
                    <a:pt x="2792" y="121"/>
                    <a:pt x="2764" y="102"/>
                  </a:cubicBezTo>
                  <a:cubicBezTo>
                    <a:pt x="2683" y="48"/>
                    <a:pt x="2627" y="28"/>
                    <a:pt x="2535" y="0"/>
                  </a:cubicBezTo>
                  <a:cubicBezTo>
                    <a:pt x="2473" y="3"/>
                    <a:pt x="2411" y="3"/>
                    <a:pt x="2349" y="8"/>
                  </a:cubicBezTo>
                  <a:cubicBezTo>
                    <a:pt x="2276" y="13"/>
                    <a:pt x="2199" y="50"/>
                    <a:pt x="2129" y="68"/>
                  </a:cubicBezTo>
                  <a:cubicBezTo>
                    <a:pt x="2002" y="101"/>
                    <a:pt x="1889" y="112"/>
                    <a:pt x="1756" y="119"/>
                  </a:cubicBezTo>
                  <a:cubicBezTo>
                    <a:pt x="1646" y="136"/>
                    <a:pt x="1536" y="141"/>
                    <a:pt x="1426" y="152"/>
                  </a:cubicBezTo>
                  <a:cubicBezTo>
                    <a:pt x="1275" y="147"/>
                    <a:pt x="1134" y="136"/>
                    <a:pt x="985" y="119"/>
                  </a:cubicBezTo>
                  <a:cubicBezTo>
                    <a:pt x="897" y="96"/>
                    <a:pt x="930" y="101"/>
                    <a:pt x="765" y="119"/>
                  </a:cubicBezTo>
                  <a:cubicBezTo>
                    <a:pt x="747" y="121"/>
                    <a:pt x="731" y="130"/>
                    <a:pt x="714" y="136"/>
                  </a:cubicBezTo>
                  <a:cubicBezTo>
                    <a:pt x="706" y="139"/>
                    <a:pt x="689" y="144"/>
                    <a:pt x="689" y="144"/>
                  </a:cubicBezTo>
                  <a:cubicBezTo>
                    <a:pt x="672" y="155"/>
                    <a:pt x="649" y="161"/>
                    <a:pt x="638" y="178"/>
                  </a:cubicBezTo>
                  <a:cubicBezTo>
                    <a:pt x="615" y="211"/>
                    <a:pt x="629" y="197"/>
                    <a:pt x="596" y="220"/>
                  </a:cubicBezTo>
                  <a:cubicBezTo>
                    <a:pt x="564" y="270"/>
                    <a:pt x="525" y="298"/>
                    <a:pt x="477" y="330"/>
                  </a:cubicBezTo>
                  <a:cubicBezTo>
                    <a:pt x="452" y="346"/>
                    <a:pt x="431" y="342"/>
                    <a:pt x="409" y="364"/>
                  </a:cubicBezTo>
                </a:path>
              </a:pathLst>
            </a:custGeom>
            <a:solidFill>
              <a:srgbClr val="FFC000"/>
            </a:solidFill>
            <a:ln w="12700">
              <a:solidFill>
                <a:srgbClr val="FF990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5815" name="Freeform 36"/>
            <p:cNvSpPr>
              <a:spLocks/>
            </p:cNvSpPr>
            <p:nvPr/>
          </p:nvSpPr>
          <p:spPr bwMode="auto">
            <a:xfrm>
              <a:off x="3178177" y="3138736"/>
              <a:ext cx="1391484" cy="391462"/>
            </a:xfrm>
            <a:custGeom>
              <a:avLst/>
              <a:gdLst>
                <a:gd name="T0" fmla="*/ 2147483647 w 838"/>
                <a:gd name="T1" fmla="*/ 0 h 229"/>
                <a:gd name="T2" fmla="*/ 2147483647 w 838"/>
                <a:gd name="T3" fmla="*/ 2147483647 h 229"/>
                <a:gd name="T4" fmla="*/ 2147483647 w 838"/>
                <a:gd name="T5" fmla="*/ 2147483647 h 229"/>
                <a:gd name="T6" fmla="*/ 2147483647 w 838"/>
                <a:gd name="T7" fmla="*/ 2147483647 h 229"/>
                <a:gd name="T8" fmla="*/ 2147483647 w 838"/>
                <a:gd name="T9" fmla="*/ 2147483647 h 229"/>
                <a:gd name="T10" fmla="*/ 2147483647 w 838"/>
                <a:gd name="T11" fmla="*/ 2147483647 h 229"/>
                <a:gd name="T12" fmla="*/ 0 w 838"/>
                <a:gd name="T13" fmla="*/ 2147483647 h 2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38"/>
                <a:gd name="T22" fmla="*/ 0 h 229"/>
                <a:gd name="T23" fmla="*/ 838 w 838"/>
                <a:gd name="T24" fmla="*/ 229 h 2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38" h="229">
                  <a:moveTo>
                    <a:pt x="838" y="0"/>
                  </a:moveTo>
                  <a:cubicBezTo>
                    <a:pt x="820" y="12"/>
                    <a:pt x="806" y="31"/>
                    <a:pt x="788" y="43"/>
                  </a:cubicBezTo>
                  <a:cubicBezTo>
                    <a:pt x="766" y="58"/>
                    <a:pt x="708" y="69"/>
                    <a:pt x="686" y="76"/>
                  </a:cubicBezTo>
                  <a:cubicBezTo>
                    <a:pt x="644" y="89"/>
                    <a:pt x="602" y="110"/>
                    <a:pt x="559" y="119"/>
                  </a:cubicBezTo>
                  <a:cubicBezTo>
                    <a:pt x="451" y="143"/>
                    <a:pt x="348" y="147"/>
                    <a:pt x="237" y="153"/>
                  </a:cubicBezTo>
                  <a:cubicBezTo>
                    <a:pt x="164" y="165"/>
                    <a:pt x="96" y="190"/>
                    <a:pt x="25" y="212"/>
                  </a:cubicBezTo>
                  <a:cubicBezTo>
                    <a:pt x="17" y="218"/>
                    <a:pt x="0" y="229"/>
                    <a:pt x="0" y="229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5816" name="Freeform 37"/>
            <p:cNvSpPr>
              <a:spLocks/>
            </p:cNvSpPr>
            <p:nvPr/>
          </p:nvSpPr>
          <p:spPr bwMode="auto">
            <a:xfrm>
              <a:off x="3103039" y="3863000"/>
              <a:ext cx="660490" cy="437873"/>
            </a:xfrm>
            <a:custGeom>
              <a:avLst/>
              <a:gdLst>
                <a:gd name="T0" fmla="*/ 2147483647 w 373"/>
                <a:gd name="T1" fmla="*/ 2147483647 h 237"/>
                <a:gd name="T2" fmla="*/ 2147483647 w 373"/>
                <a:gd name="T3" fmla="*/ 2147483647 h 237"/>
                <a:gd name="T4" fmla="*/ 2147483647 w 373"/>
                <a:gd name="T5" fmla="*/ 2147483647 h 237"/>
                <a:gd name="T6" fmla="*/ 0 w 373"/>
                <a:gd name="T7" fmla="*/ 0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3"/>
                <a:gd name="T13" fmla="*/ 0 h 237"/>
                <a:gd name="T14" fmla="*/ 373 w 37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3" h="237">
                  <a:moveTo>
                    <a:pt x="373" y="237"/>
                  </a:moveTo>
                  <a:cubicBezTo>
                    <a:pt x="365" y="215"/>
                    <a:pt x="339" y="151"/>
                    <a:pt x="322" y="136"/>
                  </a:cubicBezTo>
                  <a:cubicBezTo>
                    <a:pt x="268" y="89"/>
                    <a:pt x="197" y="74"/>
                    <a:pt x="135" y="42"/>
                  </a:cubicBezTo>
                  <a:cubicBezTo>
                    <a:pt x="90" y="19"/>
                    <a:pt x="51" y="0"/>
                    <a:pt x="0" y="0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5817" name="Freeform 38"/>
            <p:cNvSpPr>
              <a:spLocks/>
            </p:cNvSpPr>
            <p:nvPr/>
          </p:nvSpPr>
          <p:spPr bwMode="auto">
            <a:xfrm>
              <a:off x="3192543" y="3005187"/>
              <a:ext cx="4194872" cy="738752"/>
            </a:xfrm>
            <a:custGeom>
              <a:avLst/>
              <a:gdLst>
                <a:gd name="T0" fmla="*/ 2147483647 w 2398"/>
                <a:gd name="T1" fmla="*/ 0 h 534"/>
                <a:gd name="T2" fmla="*/ 2147483647 w 2398"/>
                <a:gd name="T3" fmla="*/ 2147483647 h 534"/>
                <a:gd name="T4" fmla="*/ 2147483647 w 2398"/>
                <a:gd name="T5" fmla="*/ 2147483647 h 534"/>
                <a:gd name="T6" fmla="*/ 2147483647 w 2398"/>
                <a:gd name="T7" fmla="*/ 2147483647 h 534"/>
                <a:gd name="T8" fmla="*/ 2147483647 w 2398"/>
                <a:gd name="T9" fmla="*/ 2147483647 h 534"/>
                <a:gd name="T10" fmla="*/ 2147483647 w 2398"/>
                <a:gd name="T11" fmla="*/ 2147483647 h 534"/>
                <a:gd name="T12" fmla="*/ 2147483647 w 2398"/>
                <a:gd name="T13" fmla="*/ 2147483647 h 534"/>
                <a:gd name="T14" fmla="*/ 2147483647 w 2398"/>
                <a:gd name="T15" fmla="*/ 2147483647 h 534"/>
                <a:gd name="T16" fmla="*/ 2147483647 w 2398"/>
                <a:gd name="T17" fmla="*/ 2147483647 h 534"/>
                <a:gd name="T18" fmla="*/ 2147483647 w 2398"/>
                <a:gd name="T19" fmla="*/ 2147483647 h 534"/>
                <a:gd name="T20" fmla="*/ 2147483647 w 2398"/>
                <a:gd name="T21" fmla="*/ 2147483647 h 534"/>
                <a:gd name="T22" fmla="*/ 2147483647 w 2398"/>
                <a:gd name="T23" fmla="*/ 2147483647 h 534"/>
                <a:gd name="T24" fmla="*/ 0 w 2398"/>
                <a:gd name="T25" fmla="*/ 2147483647 h 5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398"/>
                <a:gd name="T40" fmla="*/ 0 h 534"/>
                <a:gd name="T41" fmla="*/ 2398 w 2398"/>
                <a:gd name="T42" fmla="*/ 534 h 53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398" h="534">
                  <a:moveTo>
                    <a:pt x="2398" y="0"/>
                  </a:moveTo>
                  <a:cubicBezTo>
                    <a:pt x="2324" y="26"/>
                    <a:pt x="2270" y="112"/>
                    <a:pt x="2194" y="136"/>
                  </a:cubicBezTo>
                  <a:cubicBezTo>
                    <a:pt x="2160" y="147"/>
                    <a:pt x="2119" y="167"/>
                    <a:pt x="2084" y="170"/>
                  </a:cubicBezTo>
                  <a:cubicBezTo>
                    <a:pt x="1977" y="178"/>
                    <a:pt x="1869" y="179"/>
                    <a:pt x="1762" y="186"/>
                  </a:cubicBezTo>
                  <a:cubicBezTo>
                    <a:pt x="1677" y="209"/>
                    <a:pt x="1797" y="179"/>
                    <a:pt x="1652" y="203"/>
                  </a:cubicBezTo>
                  <a:cubicBezTo>
                    <a:pt x="1615" y="209"/>
                    <a:pt x="1583" y="230"/>
                    <a:pt x="1551" y="246"/>
                  </a:cubicBezTo>
                  <a:cubicBezTo>
                    <a:pt x="1528" y="257"/>
                    <a:pt x="1498" y="263"/>
                    <a:pt x="1474" y="271"/>
                  </a:cubicBezTo>
                  <a:cubicBezTo>
                    <a:pt x="1412" y="292"/>
                    <a:pt x="1351" y="315"/>
                    <a:pt x="1288" y="330"/>
                  </a:cubicBezTo>
                  <a:cubicBezTo>
                    <a:pt x="1237" y="365"/>
                    <a:pt x="1169" y="378"/>
                    <a:pt x="1110" y="398"/>
                  </a:cubicBezTo>
                  <a:cubicBezTo>
                    <a:pt x="1020" y="428"/>
                    <a:pt x="925" y="467"/>
                    <a:pt x="831" y="483"/>
                  </a:cubicBezTo>
                  <a:cubicBezTo>
                    <a:pt x="745" y="497"/>
                    <a:pt x="655" y="503"/>
                    <a:pt x="568" y="508"/>
                  </a:cubicBezTo>
                  <a:cubicBezTo>
                    <a:pt x="490" y="525"/>
                    <a:pt x="410" y="526"/>
                    <a:pt x="331" y="534"/>
                  </a:cubicBezTo>
                  <a:cubicBezTo>
                    <a:pt x="221" y="519"/>
                    <a:pt x="111" y="517"/>
                    <a:pt x="0" y="517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4253CE-8E80-87EF-7F7E-D7374105CCB9}"/>
              </a:ext>
            </a:extLst>
          </p:cNvPr>
          <p:cNvGrpSpPr/>
          <p:nvPr/>
        </p:nvGrpSpPr>
        <p:grpSpPr>
          <a:xfrm>
            <a:off x="2362530" y="1331913"/>
            <a:ext cx="7037109" cy="4116349"/>
            <a:chOff x="2362530" y="1331913"/>
            <a:chExt cx="7037109" cy="411634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9BA9DA8-B162-1F5A-84BD-BCA5A2DC4804}"/>
                </a:ext>
              </a:extLst>
            </p:cNvPr>
            <p:cNvGrpSpPr/>
            <p:nvPr/>
          </p:nvGrpSpPr>
          <p:grpSpPr>
            <a:xfrm>
              <a:off x="2362530" y="1331913"/>
              <a:ext cx="7037109" cy="4116349"/>
              <a:chOff x="2362530" y="1331913"/>
              <a:chExt cx="7037109" cy="4116349"/>
            </a:xfrm>
          </p:grpSpPr>
          <p:sp>
            <p:nvSpPr>
              <p:cNvPr id="75783" name="Freeform 52"/>
              <p:cNvSpPr>
                <a:spLocks/>
              </p:cNvSpPr>
              <p:nvPr/>
            </p:nvSpPr>
            <p:spPr bwMode="auto">
              <a:xfrm>
                <a:off x="2362530" y="1331913"/>
                <a:ext cx="7037109" cy="4116349"/>
              </a:xfrm>
              <a:custGeom>
                <a:avLst/>
                <a:gdLst>
                  <a:gd name="T0" fmla="*/ 2147483647 w 4187"/>
                  <a:gd name="T1" fmla="*/ 2147483647 h 3130"/>
                  <a:gd name="T2" fmla="*/ 2147483647 w 4187"/>
                  <a:gd name="T3" fmla="*/ 2147483647 h 3130"/>
                  <a:gd name="T4" fmla="*/ 2147483647 w 4187"/>
                  <a:gd name="T5" fmla="*/ 2147483647 h 3130"/>
                  <a:gd name="T6" fmla="*/ 2147483647 w 4187"/>
                  <a:gd name="T7" fmla="*/ 2147483647 h 3130"/>
                  <a:gd name="T8" fmla="*/ 2147483647 w 4187"/>
                  <a:gd name="T9" fmla="*/ 2147483647 h 3130"/>
                  <a:gd name="T10" fmla="*/ 2147483647 w 4187"/>
                  <a:gd name="T11" fmla="*/ 2147483647 h 3130"/>
                  <a:gd name="T12" fmla="*/ 2147483647 w 4187"/>
                  <a:gd name="T13" fmla="*/ 2147483647 h 3130"/>
                  <a:gd name="T14" fmla="*/ 2147483647 w 4187"/>
                  <a:gd name="T15" fmla="*/ 2147483647 h 3130"/>
                  <a:gd name="T16" fmla="*/ 2147483647 w 4187"/>
                  <a:gd name="T17" fmla="*/ 2147483647 h 3130"/>
                  <a:gd name="T18" fmla="*/ 2147483647 w 4187"/>
                  <a:gd name="T19" fmla="*/ 2147483647 h 3130"/>
                  <a:gd name="T20" fmla="*/ 2147483647 w 4187"/>
                  <a:gd name="T21" fmla="*/ 2147483647 h 3130"/>
                  <a:gd name="T22" fmla="*/ 2147483647 w 4187"/>
                  <a:gd name="T23" fmla="*/ 2147483647 h 3130"/>
                  <a:gd name="T24" fmla="*/ 2147483647 w 4187"/>
                  <a:gd name="T25" fmla="*/ 2147483647 h 3130"/>
                  <a:gd name="T26" fmla="*/ 2147483647 w 4187"/>
                  <a:gd name="T27" fmla="*/ 2147483647 h 3130"/>
                  <a:gd name="T28" fmla="*/ 2147483647 w 4187"/>
                  <a:gd name="T29" fmla="*/ 2147483647 h 3130"/>
                  <a:gd name="T30" fmla="*/ 2147483647 w 4187"/>
                  <a:gd name="T31" fmla="*/ 2147483647 h 3130"/>
                  <a:gd name="T32" fmla="*/ 2147483647 w 4187"/>
                  <a:gd name="T33" fmla="*/ 2147483647 h 3130"/>
                  <a:gd name="T34" fmla="*/ 2147483647 w 4187"/>
                  <a:gd name="T35" fmla="*/ 2147483647 h 3130"/>
                  <a:gd name="T36" fmla="*/ 2147483647 w 4187"/>
                  <a:gd name="T37" fmla="*/ 2147483647 h 3130"/>
                  <a:gd name="T38" fmla="*/ 2147483647 w 4187"/>
                  <a:gd name="T39" fmla="*/ 2147483647 h 3130"/>
                  <a:gd name="T40" fmla="*/ 2147483647 w 4187"/>
                  <a:gd name="T41" fmla="*/ 2147483647 h 3130"/>
                  <a:gd name="T42" fmla="*/ 2147483647 w 4187"/>
                  <a:gd name="T43" fmla="*/ 2147483647 h 3130"/>
                  <a:gd name="T44" fmla="*/ 2147483647 w 4187"/>
                  <a:gd name="T45" fmla="*/ 2147483647 h 3130"/>
                  <a:gd name="T46" fmla="*/ 2147483647 w 4187"/>
                  <a:gd name="T47" fmla="*/ 2147483647 h 3130"/>
                  <a:gd name="T48" fmla="*/ 2147483647 w 4187"/>
                  <a:gd name="T49" fmla="*/ 2147483647 h 3130"/>
                  <a:gd name="T50" fmla="*/ 2147483647 w 4187"/>
                  <a:gd name="T51" fmla="*/ 2147483647 h 3130"/>
                  <a:gd name="T52" fmla="*/ 2147483647 w 4187"/>
                  <a:gd name="T53" fmla="*/ 2147483647 h 3130"/>
                  <a:gd name="T54" fmla="*/ 2147483647 w 4187"/>
                  <a:gd name="T55" fmla="*/ 2147483647 h 3130"/>
                  <a:gd name="T56" fmla="*/ 2147483647 w 4187"/>
                  <a:gd name="T57" fmla="*/ 2147483647 h 3130"/>
                  <a:gd name="T58" fmla="*/ 2147483647 w 4187"/>
                  <a:gd name="T59" fmla="*/ 2147483647 h 3130"/>
                  <a:gd name="T60" fmla="*/ 2147483647 w 4187"/>
                  <a:gd name="T61" fmla="*/ 2147483647 h 3130"/>
                  <a:gd name="T62" fmla="*/ 2147483647 w 4187"/>
                  <a:gd name="T63" fmla="*/ 2147483647 h 3130"/>
                  <a:gd name="T64" fmla="*/ 2147483647 w 4187"/>
                  <a:gd name="T65" fmla="*/ 2147483647 h 3130"/>
                  <a:gd name="T66" fmla="*/ 2147483647 w 4187"/>
                  <a:gd name="T67" fmla="*/ 2147483647 h 3130"/>
                  <a:gd name="T68" fmla="*/ 2147483647 w 4187"/>
                  <a:gd name="T69" fmla="*/ 2147483647 h 3130"/>
                  <a:gd name="T70" fmla="*/ 2147483647 w 4187"/>
                  <a:gd name="T71" fmla="*/ 2147483647 h 3130"/>
                  <a:gd name="T72" fmla="*/ 2147483647 w 4187"/>
                  <a:gd name="T73" fmla="*/ 2147483647 h 3130"/>
                  <a:gd name="T74" fmla="*/ 2147483647 w 4187"/>
                  <a:gd name="T75" fmla="*/ 2147483647 h 3130"/>
                  <a:gd name="T76" fmla="*/ 2147483647 w 4187"/>
                  <a:gd name="T77" fmla="*/ 2147483647 h 3130"/>
                  <a:gd name="T78" fmla="*/ 2147483647 w 4187"/>
                  <a:gd name="T79" fmla="*/ 2147483647 h 3130"/>
                  <a:gd name="T80" fmla="*/ 2147483647 w 4187"/>
                  <a:gd name="T81" fmla="*/ 2147483647 h 3130"/>
                  <a:gd name="T82" fmla="*/ 2147483647 w 4187"/>
                  <a:gd name="T83" fmla="*/ 2147483647 h 3130"/>
                  <a:gd name="T84" fmla="*/ 2147483647 w 4187"/>
                  <a:gd name="T85" fmla="*/ 2147483647 h 3130"/>
                  <a:gd name="T86" fmla="*/ 2147483647 w 4187"/>
                  <a:gd name="T87" fmla="*/ 2147483647 h 3130"/>
                  <a:gd name="T88" fmla="*/ 2147483647 w 4187"/>
                  <a:gd name="T89" fmla="*/ 2147483647 h 3130"/>
                  <a:gd name="T90" fmla="*/ 2147483647 w 4187"/>
                  <a:gd name="T91" fmla="*/ 2147483647 h 3130"/>
                  <a:gd name="T92" fmla="*/ 2147483647 w 4187"/>
                  <a:gd name="T93" fmla="*/ 2147483647 h 313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4187"/>
                  <a:gd name="T142" fmla="*/ 0 h 3130"/>
                  <a:gd name="T143" fmla="*/ 4187 w 4187"/>
                  <a:gd name="T144" fmla="*/ 3130 h 3130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4187" h="3130">
                    <a:moveTo>
                      <a:pt x="618" y="118"/>
                    </a:moveTo>
                    <a:cubicBezTo>
                      <a:pt x="601" y="143"/>
                      <a:pt x="592" y="177"/>
                      <a:pt x="567" y="194"/>
                    </a:cubicBezTo>
                    <a:cubicBezTo>
                      <a:pt x="494" y="242"/>
                      <a:pt x="446" y="244"/>
                      <a:pt x="355" y="254"/>
                    </a:cubicBezTo>
                    <a:cubicBezTo>
                      <a:pt x="238" y="282"/>
                      <a:pt x="128" y="308"/>
                      <a:pt x="42" y="398"/>
                    </a:cubicBezTo>
                    <a:cubicBezTo>
                      <a:pt x="39" y="406"/>
                      <a:pt x="39" y="416"/>
                      <a:pt x="34" y="423"/>
                    </a:cubicBezTo>
                    <a:cubicBezTo>
                      <a:pt x="27" y="433"/>
                      <a:pt x="13" y="438"/>
                      <a:pt x="8" y="449"/>
                    </a:cubicBezTo>
                    <a:cubicBezTo>
                      <a:pt x="2" y="462"/>
                      <a:pt x="3" y="477"/>
                      <a:pt x="0" y="491"/>
                    </a:cubicBezTo>
                    <a:cubicBezTo>
                      <a:pt x="5" y="541"/>
                      <a:pt x="7" y="612"/>
                      <a:pt x="34" y="660"/>
                    </a:cubicBezTo>
                    <a:cubicBezTo>
                      <a:pt x="111" y="793"/>
                      <a:pt x="259" y="846"/>
                      <a:pt x="398" y="889"/>
                    </a:cubicBezTo>
                    <a:cubicBezTo>
                      <a:pt x="503" y="883"/>
                      <a:pt x="579" y="870"/>
                      <a:pt x="677" y="855"/>
                    </a:cubicBezTo>
                    <a:cubicBezTo>
                      <a:pt x="776" y="825"/>
                      <a:pt x="889" y="793"/>
                      <a:pt x="991" y="779"/>
                    </a:cubicBezTo>
                    <a:cubicBezTo>
                      <a:pt x="1044" y="760"/>
                      <a:pt x="1104" y="758"/>
                      <a:pt x="1160" y="745"/>
                    </a:cubicBezTo>
                    <a:cubicBezTo>
                      <a:pt x="1491" y="754"/>
                      <a:pt x="1819" y="780"/>
                      <a:pt x="2151" y="787"/>
                    </a:cubicBezTo>
                    <a:cubicBezTo>
                      <a:pt x="2330" y="780"/>
                      <a:pt x="2499" y="755"/>
                      <a:pt x="2676" y="745"/>
                    </a:cubicBezTo>
                    <a:cubicBezTo>
                      <a:pt x="2797" y="716"/>
                      <a:pt x="2934" y="696"/>
                      <a:pt x="3058" y="686"/>
                    </a:cubicBezTo>
                    <a:cubicBezTo>
                      <a:pt x="3138" y="692"/>
                      <a:pt x="3156" y="691"/>
                      <a:pt x="3218" y="711"/>
                    </a:cubicBezTo>
                    <a:cubicBezTo>
                      <a:pt x="3258" y="771"/>
                      <a:pt x="3235" y="751"/>
                      <a:pt x="3278" y="779"/>
                    </a:cubicBezTo>
                    <a:cubicBezTo>
                      <a:pt x="3289" y="796"/>
                      <a:pt x="3301" y="813"/>
                      <a:pt x="3312" y="830"/>
                    </a:cubicBezTo>
                    <a:cubicBezTo>
                      <a:pt x="3318" y="838"/>
                      <a:pt x="3329" y="855"/>
                      <a:pt x="3329" y="855"/>
                    </a:cubicBezTo>
                    <a:cubicBezTo>
                      <a:pt x="3355" y="939"/>
                      <a:pt x="3315" y="819"/>
                      <a:pt x="3354" y="906"/>
                    </a:cubicBezTo>
                    <a:cubicBezTo>
                      <a:pt x="3359" y="916"/>
                      <a:pt x="3373" y="964"/>
                      <a:pt x="3379" y="982"/>
                    </a:cubicBezTo>
                    <a:cubicBezTo>
                      <a:pt x="3385" y="999"/>
                      <a:pt x="3396" y="1033"/>
                      <a:pt x="3396" y="1033"/>
                    </a:cubicBezTo>
                    <a:cubicBezTo>
                      <a:pt x="3385" y="1149"/>
                      <a:pt x="3353" y="1232"/>
                      <a:pt x="3278" y="1321"/>
                    </a:cubicBezTo>
                    <a:cubicBezTo>
                      <a:pt x="3272" y="1329"/>
                      <a:pt x="3269" y="1340"/>
                      <a:pt x="3261" y="1346"/>
                    </a:cubicBezTo>
                    <a:cubicBezTo>
                      <a:pt x="3254" y="1352"/>
                      <a:pt x="3243" y="1350"/>
                      <a:pt x="3235" y="1355"/>
                    </a:cubicBezTo>
                    <a:cubicBezTo>
                      <a:pt x="3217" y="1365"/>
                      <a:pt x="3202" y="1378"/>
                      <a:pt x="3185" y="1389"/>
                    </a:cubicBezTo>
                    <a:cubicBezTo>
                      <a:pt x="3146" y="1416"/>
                      <a:pt x="3030" y="1412"/>
                      <a:pt x="2998" y="1414"/>
                    </a:cubicBezTo>
                    <a:cubicBezTo>
                      <a:pt x="2965" y="1408"/>
                      <a:pt x="2930" y="1393"/>
                      <a:pt x="2897" y="1389"/>
                    </a:cubicBezTo>
                    <a:cubicBezTo>
                      <a:pt x="2847" y="1383"/>
                      <a:pt x="2705" y="1375"/>
                      <a:pt x="2659" y="1372"/>
                    </a:cubicBezTo>
                    <a:cubicBezTo>
                      <a:pt x="2588" y="1379"/>
                      <a:pt x="2518" y="1386"/>
                      <a:pt x="2448" y="1397"/>
                    </a:cubicBezTo>
                    <a:cubicBezTo>
                      <a:pt x="2385" y="1418"/>
                      <a:pt x="2312" y="1428"/>
                      <a:pt x="2253" y="1457"/>
                    </a:cubicBezTo>
                    <a:cubicBezTo>
                      <a:pt x="2217" y="1475"/>
                      <a:pt x="2182" y="1494"/>
                      <a:pt x="2143" y="1507"/>
                    </a:cubicBezTo>
                    <a:cubicBezTo>
                      <a:pt x="2102" y="1534"/>
                      <a:pt x="2058" y="1556"/>
                      <a:pt x="2016" y="1584"/>
                    </a:cubicBezTo>
                    <a:cubicBezTo>
                      <a:pt x="1989" y="1603"/>
                      <a:pt x="1965" y="1631"/>
                      <a:pt x="1939" y="1651"/>
                    </a:cubicBezTo>
                    <a:cubicBezTo>
                      <a:pt x="1910" y="1673"/>
                      <a:pt x="1865" y="1692"/>
                      <a:pt x="1838" y="1719"/>
                    </a:cubicBezTo>
                    <a:cubicBezTo>
                      <a:pt x="1804" y="1753"/>
                      <a:pt x="1776" y="1786"/>
                      <a:pt x="1736" y="1812"/>
                    </a:cubicBezTo>
                    <a:cubicBezTo>
                      <a:pt x="1696" y="1872"/>
                      <a:pt x="1713" y="1846"/>
                      <a:pt x="1685" y="1889"/>
                    </a:cubicBezTo>
                    <a:cubicBezTo>
                      <a:pt x="1672" y="1909"/>
                      <a:pt x="1634" y="1939"/>
                      <a:pt x="1634" y="1939"/>
                    </a:cubicBezTo>
                    <a:cubicBezTo>
                      <a:pt x="1617" y="1995"/>
                      <a:pt x="1571" y="2049"/>
                      <a:pt x="1541" y="2100"/>
                    </a:cubicBezTo>
                    <a:cubicBezTo>
                      <a:pt x="1507" y="2158"/>
                      <a:pt x="1491" y="2221"/>
                      <a:pt x="1482" y="2287"/>
                    </a:cubicBezTo>
                    <a:cubicBezTo>
                      <a:pt x="1485" y="2357"/>
                      <a:pt x="1476" y="2488"/>
                      <a:pt x="1516" y="2566"/>
                    </a:cubicBezTo>
                    <a:cubicBezTo>
                      <a:pt x="1551" y="2635"/>
                      <a:pt x="1617" y="2659"/>
                      <a:pt x="1668" y="2710"/>
                    </a:cubicBezTo>
                    <a:cubicBezTo>
                      <a:pt x="1711" y="2753"/>
                      <a:pt x="1754" y="2776"/>
                      <a:pt x="1804" y="2803"/>
                    </a:cubicBezTo>
                    <a:cubicBezTo>
                      <a:pt x="1828" y="2816"/>
                      <a:pt x="1846" y="2840"/>
                      <a:pt x="1872" y="2846"/>
                    </a:cubicBezTo>
                    <a:cubicBezTo>
                      <a:pt x="1905" y="2854"/>
                      <a:pt x="1915" y="2854"/>
                      <a:pt x="1948" y="2871"/>
                    </a:cubicBezTo>
                    <a:cubicBezTo>
                      <a:pt x="1977" y="2886"/>
                      <a:pt x="2001" y="2903"/>
                      <a:pt x="2033" y="2913"/>
                    </a:cubicBezTo>
                    <a:cubicBezTo>
                      <a:pt x="2080" y="2945"/>
                      <a:pt x="2129" y="2961"/>
                      <a:pt x="2185" y="2973"/>
                    </a:cubicBezTo>
                    <a:cubicBezTo>
                      <a:pt x="2287" y="3034"/>
                      <a:pt x="2493" y="3051"/>
                      <a:pt x="2609" y="3057"/>
                    </a:cubicBezTo>
                    <a:cubicBezTo>
                      <a:pt x="2697" y="3076"/>
                      <a:pt x="2781" y="3084"/>
                      <a:pt x="2871" y="3091"/>
                    </a:cubicBezTo>
                    <a:cubicBezTo>
                      <a:pt x="2953" y="3103"/>
                      <a:pt x="3035" y="3106"/>
                      <a:pt x="3117" y="3117"/>
                    </a:cubicBezTo>
                    <a:cubicBezTo>
                      <a:pt x="3377" y="3112"/>
                      <a:pt x="3515" y="3130"/>
                      <a:pt x="3727" y="3074"/>
                    </a:cubicBezTo>
                    <a:cubicBezTo>
                      <a:pt x="3820" y="3008"/>
                      <a:pt x="3900" y="2933"/>
                      <a:pt x="3964" y="2837"/>
                    </a:cubicBezTo>
                    <a:cubicBezTo>
                      <a:pt x="3973" y="2823"/>
                      <a:pt x="3982" y="2810"/>
                      <a:pt x="3989" y="2795"/>
                    </a:cubicBezTo>
                    <a:cubicBezTo>
                      <a:pt x="3993" y="2787"/>
                      <a:pt x="3993" y="2777"/>
                      <a:pt x="3998" y="2769"/>
                    </a:cubicBezTo>
                    <a:cubicBezTo>
                      <a:pt x="4021" y="2734"/>
                      <a:pt x="4049" y="2702"/>
                      <a:pt x="4074" y="2668"/>
                    </a:cubicBezTo>
                    <a:cubicBezTo>
                      <a:pt x="4095" y="2639"/>
                      <a:pt x="4116" y="2583"/>
                      <a:pt x="4133" y="2549"/>
                    </a:cubicBezTo>
                    <a:cubicBezTo>
                      <a:pt x="4158" y="2500"/>
                      <a:pt x="4167" y="2426"/>
                      <a:pt x="4184" y="2371"/>
                    </a:cubicBezTo>
                    <a:cubicBezTo>
                      <a:pt x="4179" y="2255"/>
                      <a:pt x="4187" y="2084"/>
                      <a:pt x="4074" y="2007"/>
                    </a:cubicBezTo>
                    <a:cubicBezTo>
                      <a:pt x="4040" y="1956"/>
                      <a:pt x="3998" y="1897"/>
                      <a:pt x="3947" y="1863"/>
                    </a:cubicBezTo>
                    <a:cubicBezTo>
                      <a:pt x="3941" y="1855"/>
                      <a:pt x="3937" y="1845"/>
                      <a:pt x="3930" y="1838"/>
                    </a:cubicBezTo>
                    <a:cubicBezTo>
                      <a:pt x="3923" y="1831"/>
                      <a:pt x="3911" y="1829"/>
                      <a:pt x="3905" y="1821"/>
                    </a:cubicBezTo>
                    <a:cubicBezTo>
                      <a:pt x="3873" y="1780"/>
                      <a:pt x="3924" y="1804"/>
                      <a:pt x="3871" y="1787"/>
                    </a:cubicBezTo>
                    <a:cubicBezTo>
                      <a:pt x="3831" y="1727"/>
                      <a:pt x="3854" y="1747"/>
                      <a:pt x="3811" y="1719"/>
                    </a:cubicBezTo>
                    <a:cubicBezTo>
                      <a:pt x="3791" y="1690"/>
                      <a:pt x="3773" y="1688"/>
                      <a:pt x="3744" y="1668"/>
                    </a:cubicBezTo>
                    <a:cubicBezTo>
                      <a:pt x="3699" y="1602"/>
                      <a:pt x="3758" y="1682"/>
                      <a:pt x="3701" y="1626"/>
                    </a:cubicBezTo>
                    <a:cubicBezTo>
                      <a:pt x="3679" y="1604"/>
                      <a:pt x="3662" y="1574"/>
                      <a:pt x="3642" y="1550"/>
                    </a:cubicBezTo>
                    <a:cubicBezTo>
                      <a:pt x="3626" y="1530"/>
                      <a:pt x="3611" y="1523"/>
                      <a:pt x="3600" y="1499"/>
                    </a:cubicBezTo>
                    <a:cubicBezTo>
                      <a:pt x="3593" y="1483"/>
                      <a:pt x="3589" y="1465"/>
                      <a:pt x="3583" y="1448"/>
                    </a:cubicBezTo>
                    <a:cubicBezTo>
                      <a:pt x="3580" y="1438"/>
                      <a:pt x="3570" y="1432"/>
                      <a:pt x="3566" y="1423"/>
                    </a:cubicBezTo>
                    <a:cubicBezTo>
                      <a:pt x="3559" y="1407"/>
                      <a:pt x="3549" y="1372"/>
                      <a:pt x="3549" y="1372"/>
                    </a:cubicBezTo>
                    <a:cubicBezTo>
                      <a:pt x="3534" y="1276"/>
                      <a:pt x="3530" y="1180"/>
                      <a:pt x="3515" y="1084"/>
                    </a:cubicBezTo>
                    <a:cubicBezTo>
                      <a:pt x="3508" y="947"/>
                      <a:pt x="3523" y="759"/>
                      <a:pt x="3439" y="635"/>
                    </a:cubicBezTo>
                    <a:cubicBezTo>
                      <a:pt x="3420" y="562"/>
                      <a:pt x="3397" y="495"/>
                      <a:pt x="3354" y="432"/>
                    </a:cubicBezTo>
                    <a:cubicBezTo>
                      <a:pt x="3344" y="391"/>
                      <a:pt x="3319" y="369"/>
                      <a:pt x="3303" y="330"/>
                    </a:cubicBezTo>
                    <a:cubicBezTo>
                      <a:pt x="3257" y="220"/>
                      <a:pt x="3189" y="154"/>
                      <a:pt x="3083" y="101"/>
                    </a:cubicBezTo>
                    <a:cubicBezTo>
                      <a:pt x="3054" y="86"/>
                      <a:pt x="3030" y="69"/>
                      <a:pt x="2998" y="59"/>
                    </a:cubicBezTo>
                    <a:cubicBezTo>
                      <a:pt x="2917" y="4"/>
                      <a:pt x="2774" y="12"/>
                      <a:pt x="2676" y="0"/>
                    </a:cubicBezTo>
                    <a:cubicBezTo>
                      <a:pt x="2539" y="9"/>
                      <a:pt x="2365" y="38"/>
                      <a:pt x="2236" y="93"/>
                    </a:cubicBezTo>
                    <a:cubicBezTo>
                      <a:pt x="2139" y="134"/>
                      <a:pt x="2047" y="184"/>
                      <a:pt x="1948" y="220"/>
                    </a:cubicBezTo>
                    <a:cubicBezTo>
                      <a:pt x="1907" y="260"/>
                      <a:pt x="1877" y="249"/>
                      <a:pt x="1829" y="271"/>
                    </a:cubicBezTo>
                    <a:cubicBezTo>
                      <a:pt x="1734" y="315"/>
                      <a:pt x="1795" y="300"/>
                      <a:pt x="1711" y="313"/>
                    </a:cubicBezTo>
                    <a:cubicBezTo>
                      <a:pt x="1668" y="335"/>
                      <a:pt x="1623" y="346"/>
                      <a:pt x="1575" y="355"/>
                    </a:cubicBezTo>
                    <a:cubicBezTo>
                      <a:pt x="1483" y="401"/>
                      <a:pt x="1371" y="433"/>
                      <a:pt x="1270" y="449"/>
                    </a:cubicBezTo>
                    <a:cubicBezTo>
                      <a:pt x="1225" y="456"/>
                      <a:pt x="1135" y="465"/>
                      <a:pt x="1135" y="465"/>
                    </a:cubicBezTo>
                    <a:cubicBezTo>
                      <a:pt x="1098" y="459"/>
                      <a:pt x="1051" y="458"/>
                      <a:pt x="1016" y="440"/>
                    </a:cubicBezTo>
                    <a:cubicBezTo>
                      <a:pt x="956" y="409"/>
                      <a:pt x="1025" y="434"/>
                      <a:pt x="965" y="415"/>
                    </a:cubicBezTo>
                    <a:cubicBezTo>
                      <a:pt x="857" y="342"/>
                      <a:pt x="1018" y="448"/>
                      <a:pt x="914" y="389"/>
                    </a:cubicBezTo>
                    <a:cubicBezTo>
                      <a:pt x="822" y="337"/>
                      <a:pt x="898" y="376"/>
                      <a:pt x="838" y="330"/>
                    </a:cubicBezTo>
                    <a:cubicBezTo>
                      <a:pt x="822" y="318"/>
                      <a:pt x="801" y="310"/>
                      <a:pt x="787" y="296"/>
                    </a:cubicBezTo>
                    <a:cubicBezTo>
                      <a:pt x="779" y="288"/>
                      <a:pt x="771" y="279"/>
                      <a:pt x="762" y="271"/>
                    </a:cubicBezTo>
                    <a:cubicBezTo>
                      <a:pt x="754" y="265"/>
                      <a:pt x="745" y="261"/>
                      <a:pt x="737" y="254"/>
                    </a:cubicBezTo>
                    <a:cubicBezTo>
                      <a:pt x="668" y="193"/>
                      <a:pt x="713" y="212"/>
                      <a:pt x="660" y="194"/>
                    </a:cubicBezTo>
                    <a:cubicBezTo>
                      <a:pt x="639" y="163"/>
                      <a:pt x="614" y="155"/>
                      <a:pt x="584" y="135"/>
                    </a:cubicBezTo>
                    <a:cubicBezTo>
                      <a:pt x="567" y="110"/>
                      <a:pt x="569" y="107"/>
                      <a:pt x="542" y="93"/>
                    </a:cubicBezTo>
                    <a:cubicBezTo>
                      <a:pt x="534" y="89"/>
                      <a:pt x="516" y="84"/>
                      <a:pt x="516" y="84"/>
                    </a:cubicBezTo>
                  </a:path>
                </a:pathLst>
              </a:custGeom>
              <a:solidFill>
                <a:srgbClr val="00B050"/>
              </a:solidFill>
              <a:ln w="12700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5818" name="Freeform 39"/>
              <p:cNvSpPr>
                <a:spLocks/>
              </p:cNvSpPr>
              <p:nvPr/>
            </p:nvSpPr>
            <p:spPr bwMode="auto">
              <a:xfrm>
                <a:off x="3740979" y="2122031"/>
                <a:ext cx="913885" cy="666605"/>
              </a:xfrm>
              <a:custGeom>
                <a:avLst/>
                <a:gdLst>
                  <a:gd name="T0" fmla="*/ 0 w 576"/>
                  <a:gd name="T1" fmla="*/ 0 h 314"/>
                  <a:gd name="T2" fmla="*/ 2147483647 w 576"/>
                  <a:gd name="T3" fmla="*/ 2147483647 h 314"/>
                  <a:gd name="T4" fmla="*/ 2147483647 w 576"/>
                  <a:gd name="T5" fmla="*/ 2147483647 h 314"/>
                  <a:gd name="T6" fmla="*/ 2147483647 w 576"/>
                  <a:gd name="T7" fmla="*/ 2147483647 h 314"/>
                  <a:gd name="T8" fmla="*/ 2147483647 w 576"/>
                  <a:gd name="T9" fmla="*/ 2147483647 h 314"/>
                  <a:gd name="T10" fmla="*/ 2147483647 w 576"/>
                  <a:gd name="T11" fmla="*/ 2147483647 h 314"/>
                  <a:gd name="T12" fmla="*/ 2147483647 w 576"/>
                  <a:gd name="T13" fmla="*/ 2147483647 h 314"/>
                  <a:gd name="T14" fmla="*/ 2147483647 w 576"/>
                  <a:gd name="T15" fmla="*/ 2147483647 h 314"/>
                  <a:gd name="T16" fmla="*/ 2147483647 w 576"/>
                  <a:gd name="T17" fmla="*/ 2147483647 h 3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76"/>
                  <a:gd name="T28" fmla="*/ 0 h 314"/>
                  <a:gd name="T29" fmla="*/ 576 w 576"/>
                  <a:gd name="T30" fmla="*/ 314 h 31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76" h="314">
                    <a:moveTo>
                      <a:pt x="0" y="0"/>
                    </a:moveTo>
                    <a:cubicBezTo>
                      <a:pt x="40" y="11"/>
                      <a:pt x="79" y="22"/>
                      <a:pt x="119" y="34"/>
                    </a:cubicBezTo>
                    <a:cubicBezTo>
                      <a:pt x="127" y="40"/>
                      <a:pt x="135" y="47"/>
                      <a:pt x="144" y="51"/>
                    </a:cubicBezTo>
                    <a:cubicBezTo>
                      <a:pt x="160" y="58"/>
                      <a:pt x="195" y="68"/>
                      <a:pt x="195" y="68"/>
                    </a:cubicBezTo>
                    <a:cubicBezTo>
                      <a:pt x="229" y="91"/>
                      <a:pt x="268" y="109"/>
                      <a:pt x="305" y="127"/>
                    </a:cubicBezTo>
                    <a:cubicBezTo>
                      <a:pt x="335" y="159"/>
                      <a:pt x="365" y="182"/>
                      <a:pt x="407" y="195"/>
                    </a:cubicBezTo>
                    <a:cubicBezTo>
                      <a:pt x="442" y="218"/>
                      <a:pt x="469" y="242"/>
                      <a:pt x="508" y="254"/>
                    </a:cubicBezTo>
                    <a:cubicBezTo>
                      <a:pt x="514" y="263"/>
                      <a:pt x="517" y="274"/>
                      <a:pt x="525" y="280"/>
                    </a:cubicBezTo>
                    <a:cubicBezTo>
                      <a:pt x="541" y="293"/>
                      <a:pt x="576" y="285"/>
                      <a:pt x="576" y="314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5819" name="Freeform 40"/>
              <p:cNvSpPr>
                <a:spLocks/>
              </p:cNvSpPr>
              <p:nvPr/>
            </p:nvSpPr>
            <p:spPr bwMode="auto">
              <a:xfrm>
                <a:off x="5085325" y="2095071"/>
                <a:ext cx="1042240" cy="672250"/>
              </a:xfrm>
              <a:custGeom>
                <a:avLst/>
                <a:gdLst>
                  <a:gd name="T0" fmla="*/ 2147483647 w 678"/>
                  <a:gd name="T1" fmla="*/ 0 h 347"/>
                  <a:gd name="T2" fmla="*/ 2147483647 w 678"/>
                  <a:gd name="T3" fmla="*/ 2147483647 h 347"/>
                  <a:gd name="T4" fmla="*/ 2147483647 w 678"/>
                  <a:gd name="T5" fmla="*/ 2147483647 h 347"/>
                  <a:gd name="T6" fmla="*/ 2147483647 w 678"/>
                  <a:gd name="T7" fmla="*/ 2147483647 h 347"/>
                  <a:gd name="T8" fmla="*/ 2147483647 w 678"/>
                  <a:gd name="T9" fmla="*/ 2147483647 h 347"/>
                  <a:gd name="T10" fmla="*/ 2147483647 w 678"/>
                  <a:gd name="T11" fmla="*/ 2147483647 h 347"/>
                  <a:gd name="T12" fmla="*/ 2147483647 w 678"/>
                  <a:gd name="T13" fmla="*/ 2147483647 h 347"/>
                  <a:gd name="T14" fmla="*/ 2147483647 w 678"/>
                  <a:gd name="T15" fmla="*/ 2147483647 h 347"/>
                  <a:gd name="T16" fmla="*/ 2147483647 w 678"/>
                  <a:gd name="T17" fmla="*/ 2147483647 h 347"/>
                  <a:gd name="T18" fmla="*/ 0 w 678"/>
                  <a:gd name="T19" fmla="*/ 2147483647 h 3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78"/>
                  <a:gd name="T31" fmla="*/ 0 h 347"/>
                  <a:gd name="T32" fmla="*/ 678 w 678"/>
                  <a:gd name="T33" fmla="*/ 347 h 3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78" h="347">
                    <a:moveTo>
                      <a:pt x="678" y="0"/>
                    </a:moveTo>
                    <a:cubicBezTo>
                      <a:pt x="659" y="9"/>
                      <a:pt x="637" y="13"/>
                      <a:pt x="619" y="25"/>
                    </a:cubicBezTo>
                    <a:cubicBezTo>
                      <a:pt x="609" y="32"/>
                      <a:pt x="603" y="44"/>
                      <a:pt x="593" y="50"/>
                    </a:cubicBezTo>
                    <a:cubicBezTo>
                      <a:pt x="580" y="58"/>
                      <a:pt x="564" y="60"/>
                      <a:pt x="551" y="67"/>
                    </a:cubicBezTo>
                    <a:cubicBezTo>
                      <a:pt x="481" y="103"/>
                      <a:pt x="414" y="137"/>
                      <a:pt x="339" y="160"/>
                    </a:cubicBezTo>
                    <a:cubicBezTo>
                      <a:pt x="305" y="183"/>
                      <a:pt x="261" y="198"/>
                      <a:pt x="221" y="211"/>
                    </a:cubicBezTo>
                    <a:cubicBezTo>
                      <a:pt x="205" y="221"/>
                      <a:pt x="186" y="226"/>
                      <a:pt x="170" y="237"/>
                    </a:cubicBezTo>
                    <a:cubicBezTo>
                      <a:pt x="160" y="244"/>
                      <a:pt x="154" y="255"/>
                      <a:pt x="144" y="262"/>
                    </a:cubicBezTo>
                    <a:cubicBezTo>
                      <a:pt x="123" y="276"/>
                      <a:pt x="92" y="289"/>
                      <a:pt x="68" y="296"/>
                    </a:cubicBezTo>
                    <a:cubicBezTo>
                      <a:pt x="10" y="334"/>
                      <a:pt x="31" y="316"/>
                      <a:pt x="0" y="347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5821" name="Freeform 42"/>
              <p:cNvSpPr>
                <a:spLocks/>
              </p:cNvSpPr>
              <p:nvPr/>
            </p:nvSpPr>
            <p:spPr bwMode="auto">
              <a:xfrm>
                <a:off x="4429188" y="4727265"/>
                <a:ext cx="927008" cy="215808"/>
              </a:xfrm>
              <a:custGeom>
                <a:avLst/>
                <a:gdLst>
                  <a:gd name="T0" fmla="*/ 2147483647 w 550"/>
                  <a:gd name="T1" fmla="*/ 0 h 12"/>
                  <a:gd name="T2" fmla="*/ 0 w 550"/>
                  <a:gd name="T3" fmla="*/ 2147483647 h 12"/>
                  <a:gd name="T4" fmla="*/ 0 60000 65536"/>
                  <a:gd name="T5" fmla="*/ 0 60000 65536"/>
                  <a:gd name="T6" fmla="*/ 0 w 550"/>
                  <a:gd name="T7" fmla="*/ 0 h 12"/>
                  <a:gd name="T8" fmla="*/ 550 w 550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50" h="12">
                    <a:moveTo>
                      <a:pt x="550" y="0"/>
                    </a:moveTo>
                    <a:cubicBezTo>
                      <a:pt x="225" y="12"/>
                      <a:pt x="409" y="8"/>
                      <a:pt x="0" y="8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5823" name="Freeform 44"/>
              <p:cNvSpPr>
                <a:spLocks/>
              </p:cNvSpPr>
              <p:nvPr/>
            </p:nvSpPr>
            <p:spPr bwMode="auto">
              <a:xfrm>
                <a:off x="7804152" y="3038476"/>
                <a:ext cx="681727" cy="1113456"/>
              </a:xfrm>
              <a:custGeom>
                <a:avLst/>
                <a:gdLst>
                  <a:gd name="T0" fmla="*/ 2147483647 w 466"/>
                  <a:gd name="T1" fmla="*/ 2147483647 h 771"/>
                  <a:gd name="T2" fmla="*/ 2147483647 w 466"/>
                  <a:gd name="T3" fmla="*/ 2147483647 h 771"/>
                  <a:gd name="T4" fmla="*/ 2147483647 w 466"/>
                  <a:gd name="T5" fmla="*/ 2147483647 h 771"/>
                  <a:gd name="T6" fmla="*/ 2147483647 w 466"/>
                  <a:gd name="T7" fmla="*/ 2147483647 h 771"/>
                  <a:gd name="T8" fmla="*/ 2147483647 w 466"/>
                  <a:gd name="T9" fmla="*/ 2147483647 h 771"/>
                  <a:gd name="T10" fmla="*/ 2147483647 w 466"/>
                  <a:gd name="T11" fmla="*/ 2147483647 h 771"/>
                  <a:gd name="T12" fmla="*/ 2147483647 w 466"/>
                  <a:gd name="T13" fmla="*/ 2147483647 h 771"/>
                  <a:gd name="T14" fmla="*/ 2147483647 w 466"/>
                  <a:gd name="T15" fmla="*/ 2147483647 h 771"/>
                  <a:gd name="T16" fmla="*/ 2147483647 w 466"/>
                  <a:gd name="T17" fmla="*/ 2147483647 h 771"/>
                  <a:gd name="T18" fmla="*/ 2147483647 w 466"/>
                  <a:gd name="T19" fmla="*/ 2147483647 h 771"/>
                  <a:gd name="T20" fmla="*/ 0 w 466"/>
                  <a:gd name="T21" fmla="*/ 0 h 7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66"/>
                  <a:gd name="T34" fmla="*/ 0 h 771"/>
                  <a:gd name="T35" fmla="*/ 466 w 466"/>
                  <a:gd name="T36" fmla="*/ 771 h 77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66" h="771">
                    <a:moveTo>
                      <a:pt x="466" y="771"/>
                    </a:moveTo>
                    <a:cubicBezTo>
                      <a:pt x="461" y="740"/>
                      <a:pt x="456" y="699"/>
                      <a:pt x="440" y="670"/>
                    </a:cubicBezTo>
                    <a:cubicBezTo>
                      <a:pt x="430" y="652"/>
                      <a:pt x="406" y="619"/>
                      <a:pt x="406" y="619"/>
                    </a:cubicBezTo>
                    <a:cubicBezTo>
                      <a:pt x="397" y="590"/>
                      <a:pt x="389" y="568"/>
                      <a:pt x="372" y="542"/>
                    </a:cubicBezTo>
                    <a:cubicBezTo>
                      <a:pt x="360" y="506"/>
                      <a:pt x="349" y="474"/>
                      <a:pt x="330" y="441"/>
                    </a:cubicBezTo>
                    <a:cubicBezTo>
                      <a:pt x="320" y="423"/>
                      <a:pt x="307" y="407"/>
                      <a:pt x="296" y="390"/>
                    </a:cubicBezTo>
                    <a:cubicBezTo>
                      <a:pt x="290" y="382"/>
                      <a:pt x="279" y="365"/>
                      <a:pt x="279" y="365"/>
                    </a:cubicBezTo>
                    <a:cubicBezTo>
                      <a:pt x="268" y="330"/>
                      <a:pt x="263" y="315"/>
                      <a:pt x="237" y="288"/>
                    </a:cubicBezTo>
                    <a:cubicBezTo>
                      <a:pt x="209" y="211"/>
                      <a:pt x="156" y="152"/>
                      <a:pt x="110" y="85"/>
                    </a:cubicBezTo>
                    <a:cubicBezTo>
                      <a:pt x="104" y="76"/>
                      <a:pt x="92" y="75"/>
                      <a:pt x="84" y="68"/>
                    </a:cubicBezTo>
                    <a:cubicBezTo>
                      <a:pt x="57" y="45"/>
                      <a:pt x="23" y="26"/>
                      <a:pt x="0" y="0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5822" name="Freeform 43"/>
            <p:cNvSpPr>
              <a:spLocks/>
            </p:cNvSpPr>
            <p:nvPr/>
          </p:nvSpPr>
          <p:spPr bwMode="auto">
            <a:xfrm>
              <a:off x="7226300" y="2999741"/>
              <a:ext cx="309586" cy="557446"/>
            </a:xfrm>
            <a:custGeom>
              <a:avLst/>
              <a:gdLst>
                <a:gd name="T0" fmla="*/ 0 w 177"/>
                <a:gd name="T1" fmla="*/ 2147483647 h 254"/>
                <a:gd name="T2" fmla="*/ 2147483647 w 177"/>
                <a:gd name="T3" fmla="*/ 2147483647 h 254"/>
                <a:gd name="T4" fmla="*/ 2147483647 w 177"/>
                <a:gd name="T5" fmla="*/ 2147483647 h 254"/>
                <a:gd name="T6" fmla="*/ 2147483647 w 177"/>
                <a:gd name="T7" fmla="*/ 2147483647 h 254"/>
                <a:gd name="T8" fmla="*/ 2147483647 w 177"/>
                <a:gd name="T9" fmla="*/ 2147483647 h 254"/>
                <a:gd name="T10" fmla="*/ 2147483647 w 177"/>
                <a:gd name="T11" fmla="*/ 2147483647 h 254"/>
                <a:gd name="T12" fmla="*/ 2147483647 w 177"/>
                <a:gd name="T13" fmla="*/ 0 h 2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"/>
                <a:gd name="T22" fmla="*/ 0 h 254"/>
                <a:gd name="T23" fmla="*/ 177 w 177"/>
                <a:gd name="T24" fmla="*/ 254 h 2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" h="254">
                  <a:moveTo>
                    <a:pt x="0" y="254"/>
                  </a:moveTo>
                  <a:cubicBezTo>
                    <a:pt x="17" y="243"/>
                    <a:pt x="39" y="237"/>
                    <a:pt x="50" y="220"/>
                  </a:cubicBezTo>
                  <a:cubicBezTo>
                    <a:pt x="73" y="186"/>
                    <a:pt x="59" y="201"/>
                    <a:pt x="93" y="178"/>
                  </a:cubicBezTo>
                  <a:cubicBezTo>
                    <a:pt x="113" y="114"/>
                    <a:pt x="83" y="192"/>
                    <a:pt x="127" y="136"/>
                  </a:cubicBezTo>
                  <a:cubicBezTo>
                    <a:pt x="133" y="129"/>
                    <a:pt x="132" y="119"/>
                    <a:pt x="135" y="110"/>
                  </a:cubicBezTo>
                  <a:cubicBezTo>
                    <a:pt x="152" y="58"/>
                    <a:pt x="134" y="113"/>
                    <a:pt x="160" y="59"/>
                  </a:cubicBezTo>
                  <a:cubicBezTo>
                    <a:pt x="169" y="41"/>
                    <a:pt x="177" y="0"/>
                    <a:pt x="177" y="0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A33039-3027-0672-2583-900177211150}"/>
              </a:ext>
            </a:extLst>
          </p:cNvPr>
          <p:cNvGrpSpPr/>
          <p:nvPr/>
        </p:nvGrpSpPr>
        <p:grpSpPr>
          <a:xfrm>
            <a:off x="3783015" y="207963"/>
            <a:ext cx="5916610" cy="4068764"/>
            <a:chOff x="3783015" y="207963"/>
            <a:chExt cx="5916610" cy="4068764"/>
          </a:xfrm>
        </p:grpSpPr>
        <p:sp>
          <p:nvSpPr>
            <p:cNvPr id="75824" name="Freeform 45"/>
            <p:cNvSpPr>
              <a:spLocks/>
            </p:cNvSpPr>
            <p:nvPr/>
          </p:nvSpPr>
          <p:spPr bwMode="auto">
            <a:xfrm>
              <a:off x="8831262" y="3738563"/>
              <a:ext cx="167081" cy="538164"/>
            </a:xfrm>
            <a:custGeom>
              <a:avLst/>
              <a:gdLst>
                <a:gd name="T0" fmla="*/ 2147483647 w 153"/>
                <a:gd name="T1" fmla="*/ 0 h 339"/>
                <a:gd name="T2" fmla="*/ 2147483647 w 153"/>
                <a:gd name="T3" fmla="*/ 2147483647 h 339"/>
                <a:gd name="T4" fmla="*/ 2147483647 w 153"/>
                <a:gd name="T5" fmla="*/ 2147483647 h 339"/>
                <a:gd name="T6" fmla="*/ 2147483647 w 153"/>
                <a:gd name="T7" fmla="*/ 2147483647 h 339"/>
                <a:gd name="T8" fmla="*/ 0 w 153"/>
                <a:gd name="T9" fmla="*/ 2147483647 h 3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339"/>
                <a:gd name="T17" fmla="*/ 153 w 153"/>
                <a:gd name="T18" fmla="*/ 339 h 3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339">
                  <a:moveTo>
                    <a:pt x="153" y="0"/>
                  </a:moveTo>
                  <a:cubicBezTo>
                    <a:pt x="139" y="39"/>
                    <a:pt x="134" y="75"/>
                    <a:pt x="110" y="110"/>
                  </a:cubicBezTo>
                  <a:cubicBezTo>
                    <a:pt x="93" y="160"/>
                    <a:pt x="88" y="200"/>
                    <a:pt x="51" y="237"/>
                  </a:cubicBezTo>
                  <a:cubicBezTo>
                    <a:pt x="43" y="263"/>
                    <a:pt x="29" y="288"/>
                    <a:pt x="17" y="313"/>
                  </a:cubicBezTo>
                  <a:cubicBezTo>
                    <a:pt x="12" y="322"/>
                    <a:pt x="0" y="339"/>
                    <a:pt x="0" y="339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5782" name="Freeform 53"/>
            <p:cNvSpPr>
              <a:spLocks/>
            </p:cNvSpPr>
            <p:nvPr/>
          </p:nvSpPr>
          <p:spPr bwMode="auto">
            <a:xfrm>
              <a:off x="3794954" y="207963"/>
              <a:ext cx="5904671" cy="3405912"/>
            </a:xfrm>
            <a:custGeom>
              <a:avLst/>
              <a:gdLst>
                <a:gd name="T0" fmla="*/ 2147483647 w 3536"/>
                <a:gd name="T1" fmla="*/ 2147483647 h 2292"/>
                <a:gd name="T2" fmla="*/ 2147483647 w 3536"/>
                <a:gd name="T3" fmla="*/ 2147483647 h 2292"/>
                <a:gd name="T4" fmla="*/ 2147483647 w 3536"/>
                <a:gd name="T5" fmla="*/ 2147483647 h 2292"/>
                <a:gd name="T6" fmla="*/ 2147483647 w 3536"/>
                <a:gd name="T7" fmla="*/ 2147483647 h 2292"/>
                <a:gd name="T8" fmla="*/ 2147483647 w 3536"/>
                <a:gd name="T9" fmla="*/ 2147483647 h 2292"/>
                <a:gd name="T10" fmla="*/ 2147483647 w 3536"/>
                <a:gd name="T11" fmla="*/ 2147483647 h 2292"/>
                <a:gd name="T12" fmla="*/ 2147483647 w 3536"/>
                <a:gd name="T13" fmla="*/ 2147483647 h 2292"/>
                <a:gd name="T14" fmla="*/ 2147483647 w 3536"/>
                <a:gd name="T15" fmla="*/ 2147483647 h 2292"/>
                <a:gd name="T16" fmla="*/ 2147483647 w 3536"/>
                <a:gd name="T17" fmla="*/ 2147483647 h 2292"/>
                <a:gd name="T18" fmla="*/ 2147483647 w 3536"/>
                <a:gd name="T19" fmla="*/ 2147483647 h 2292"/>
                <a:gd name="T20" fmla="*/ 2147483647 w 3536"/>
                <a:gd name="T21" fmla="*/ 2147483647 h 2292"/>
                <a:gd name="T22" fmla="*/ 2147483647 w 3536"/>
                <a:gd name="T23" fmla="*/ 2147483647 h 2292"/>
                <a:gd name="T24" fmla="*/ 2147483647 w 3536"/>
                <a:gd name="T25" fmla="*/ 2147483647 h 2292"/>
                <a:gd name="T26" fmla="*/ 2147483647 w 3536"/>
                <a:gd name="T27" fmla="*/ 2147483647 h 2292"/>
                <a:gd name="T28" fmla="*/ 2147483647 w 3536"/>
                <a:gd name="T29" fmla="*/ 2147483647 h 2292"/>
                <a:gd name="T30" fmla="*/ 2147483647 w 3536"/>
                <a:gd name="T31" fmla="*/ 2147483647 h 2292"/>
                <a:gd name="T32" fmla="*/ 2147483647 w 3536"/>
                <a:gd name="T33" fmla="*/ 2147483647 h 2292"/>
                <a:gd name="T34" fmla="*/ 2147483647 w 3536"/>
                <a:gd name="T35" fmla="*/ 2147483647 h 2292"/>
                <a:gd name="T36" fmla="*/ 2147483647 w 3536"/>
                <a:gd name="T37" fmla="*/ 2147483647 h 2292"/>
                <a:gd name="T38" fmla="*/ 2147483647 w 3536"/>
                <a:gd name="T39" fmla="*/ 2147483647 h 2292"/>
                <a:gd name="T40" fmla="*/ 2147483647 w 3536"/>
                <a:gd name="T41" fmla="*/ 2147483647 h 2292"/>
                <a:gd name="T42" fmla="*/ 2147483647 w 3536"/>
                <a:gd name="T43" fmla="*/ 2147483647 h 2292"/>
                <a:gd name="T44" fmla="*/ 2147483647 w 3536"/>
                <a:gd name="T45" fmla="*/ 2147483647 h 2292"/>
                <a:gd name="T46" fmla="*/ 2147483647 w 3536"/>
                <a:gd name="T47" fmla="*/ 2147483647 h 2292"/>
                <a:gd name="T48" fmla="*/ 2147483647 w 3536"/>
                <a:gd name="T49" fmla="*/ 2147483647 h 2292"/>
                <a:gd name="T50" fmla="*/ 2147483647 w 3536"/>
                <a:gd name="T51" fmla="*/ 2147483647 h 2292"/>
                <a:gd name="T52" fmla="*/ 2147483647 w 3536"/>
                <a:gd name="T53" fmla="*/ 2147483647 h 2292"/>
                <a:gd name="T54" fmla="*/ 2147483647 w 3536"/>
                <a:gd name="T55" fmla="*/ 2147483647 h 2292"/>
                <a:gd name="T56" fmla="*/ 2147483647 w 3536"/>
                <a:gd name="T57" fmla="*/ 2147483647 h 2292"/>
                <a:gd name="T58" fmla="*/ 2147483647 w 3536"/>
                <a:gd name="T59" fmla="*/ 2147483647 h 2292"/>
                <a:gd name="T60" fmla="*/ 2147483647 w 3536"/>
                <a:gd name="T61" fmla="*/ 2147483647 h 2292"/>
                <a:gd name="T62" fmla="*/ 2147483647 w 3536"/>
                <a:gd name="T63" fmla="*/ 2147483647 h 2292"/>
                <a:gd name="T64" fmla="*/ 2147483647 w 3536"/>
                <a:gd name="T65" fmla="*/ 2147483647 h 2292"/>
                <a:gd name="T66" fmla="*/ 2147483647 w 3536"/>
                <a:gd name="T67" fmla="*/ 2147483647 h 2292"/>
                <a:gd name="T68" fmla="*/ 2147483647 w 3536"/>
                <a:gd name="T69" fmla="*/ 2147483647 h 2292"/>
                <a:gd name="T70" fmla="*/ 2147483647 w 3536"/>
                <a:gd name="T71" fmla="*/ 2147483647 h 2292"/>
                <a:gd name="T72" fmla="*/ 2147483647 w 3536"/>
                <a:gd name="T73" fmla="*/ 2147483647 h 2292"/>
                <a:gd name="T74" fmla="*/ 2147483647 w 3536"/>
                <a:gd name="T75" fmla="*/ 2147483647 h 2292"/>
                <a:gd name="T76" fmla="*/ 2147483647 w 3536"/>
                <a:gd name="T77" fmla="*/ 2147483647 h 2292"/>
                <a:gd name="T78" fmla="*/ 2147483647 w 3536"/>
                <a:gd name="T79" fmla="*/ 2147483647 h 22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536"/>
                <a:gd name="T121" fmla="*/ 0 h 2292"/>
                <a:gd name="T122" fmla="*/ 3536 w 3536"/>
                <a:gd name="T123" fmla="*/ 2292 h 229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536" h="2292">
                  <a:moveTo>
                    <a:pt x="216" y="606"/>
                  </a:moveTo>
                  <a:cubicBezTo>
                    <a:pt x="199" y="609"/>
                    <a:pt x="182" y="610"/>
                    <a:pt x="165" y="614"/>
                  </a:cubicBezTo>
                  <a:cubicBezTo>
                    <a:pt x="148" y="618"/>
                    <a:pt x="114" y="631"/>
                    <a:pt x="114" y="631"/>
                  </a:cubicBezTo>
                  <a:cubicBezTo>
                    <a:pt x="97" y="642"/>
                    <a:pt x="69" y="645"/>
                    <a:pt x="63" y="665"/>
                  </a:cubicBezTo>
                  <a:cubicBezTo>
                    <a:pt x="60" y="674"/>
                    <a:pt x="59" y="683"/>
                    <a:pt x="55" y="691"/>
                  </a:cubicBezTo>
                  <a:cubicBezTo>
                    <a:pt x="45" y="709"/>
                    <a:pt x="28" y="722"/>
                    <a:pt x="21" y="741"/>
                  </a:cubicBezTo>
                  <a:cubicBezTo>
                    <a:pt x="8" y="778"/>
                    <a:pt x="14" y="758"/>
                    <a:pt x="4" y="801"/>
                  </a:cubicBezTo>
                  <a:cubicBezTo>
                    <a:pt x="10" y="877"/>
                    <a:pt x="0" y="927"/>
                    <a:pt x="63" y="970"/>
                  </a:cubicBezTo>
                  <a:cubicBezTo>
                    <a:pt x="80" y="1020"/>
                    <a:pt x="59" y="975"/>
                    <a:pt x="97" y="1013"/>
                  </a:cubicBezTo>
                  <a:cubicBezTo>
                    <a:pt x="104" y="1020"/>
                    <a:pt x="106" y="1031"/>
                    <a:pt x="114" y="1038"/>
                  </a:cubicBezTo>
                  <a:cubicBezTo>
                    <a:pt x="151" y="1070"/>
                    <a:pt x="155" y="1069"/>
                    <a:pt x="190" y="1080"/>
                  </a:cubicBezTo>
                  <a:cubicBezTo>
                    <a:pt x="246" y="1117"/>
                    <a:pt x="290" y="1116"/>
                    <a:pt x="360" y="1123"/>
                  </a:cubicBezTo>
                  <a:cubicBezTo>
                    <a:pt x="399" y="1117"/>
                    <a:pt x="439" y="1115"/>
                    <a:pt x="478" y="1106"/>
                  </a:cubicBezTo>
                  <a:cubicBezTo>
                    <a:pt x="535" y="1093"/>
                    <a:pt x="585" y="1060"/>
                    <a:pt x="639" y="1038"/>
                  </a:cubicBezTo>
                  <a:cubicBezTo>
                    <a:pt x="645" y="1030"/>
                    <a:pt x="648" y="1019"/>
                    <a:pt x="656" y="1013"/>
                  </a:cubicBezTo>
                  <a:cubicBezTo>
                    <a:pt x="677" y="999"/>
                    <a:pt x="724" y="979"/>
                    <a:pt x="724" y="979"/>
                  </a:cubicBezTo>
                  <a:cubicBezTo>
                    <a:pt x="766" y="935"/>
                    <a:pt x="840" y="890"/>
                    <a:pt x="893" y="860"/>
                  </a:cubicBezTo>
                  <a:cubicBezTo>
                    <a:pt x="902" y="855"/>
                    <a:pt x="911" y="850"/>
                    <a:pt x="919" y="843"/>
                  </a:cubicBezTo>
                  <a:cubicBezTo>
                    <a:pt x="928" y="836"/>
                    <a:pt x="934" y="824"/>
                    <a:pt x="944" y="818"/>
                  </a:cubicBezTo>
                  <a:cubicBezTo>
                    <a:pt x="983" y="793"/>
                    <a:pt x="1001" y="788"/>
                    <a:pt x="1037" y="775"/>
                  </a:cubicBezTo>
                  <a:cubicBezTo>
                    <a:pt x="1070" y="751"/>
                    <a:pt x="1104" y="735"/>
                    <a:pt x="1139" y="716"/>
                  </a:cubicBezTo>
                  <a:cubicBezTo>
                    <a:pt x="1254" y="653"/>
                    <a:pt x="1187" y="677"/>
                    <a:pt x="1249" y="657"/>
                  </a:cubicBezTo>
                  <a:cubicBezTo>
                    <a:pt x="1303" y="621"/>
                    <a:pt x="1369" y="598"/>
                    <a:pt x="1427" y="572"/>
                  </a:cubicBezTo>
                  <a:cubicBezTo>
                    <a:pt x="1484" y="546"/>
                    <a:pt x="1539" y="513"/>
                    <a:pt x="1596" y="487"/>
                  </a:cubicBezTo>
                  <a:cubicBezTo>
                    <a:pt x="1696" y="442"/>
                    <a:pt x="1819" y="429"/>
                    <a:pt x="1927" y="420"/>
                  </a:cubicBezTo>
                  <a:cubicBezTo>
                    <a:pt x="2032" y="425"/>
                    <a:pt x="2073" y="419"/>
                    <a:pt x="2155" y="445"/>
                  </a:cubicBezTo>
                  <a:cubicBezTo>
                    <a:pt x="2183" y="463"/>
                    <a:pt x="2200" y="485"/>
                    <a:pt x="2232" y="496"/>
                  </a:cubicBezTo>
                  <a:cubicBezTo>
                    <a:pt x="2238" y="504"/>
                    <a:pt x="2242" y="514"/>
                    <a:pt x="2249" y="521"/>
                  </a:cubicBezTo>
                  <a:cubicBezTo>
                    <a:pt x="2256" y="528"/>
                    <a:pt x="2268" y="530"/>
                    <a:pt x="2274" y="538"/>
                  </a:cubicBezTo>
                  <a:cubicBezTo>
                    <a:pt x="2318" y="596"/>
                    <a:pt x="2237" y="534"/>
                    <a:pt x="2308" y="581"/>
                  </a:cubicBezTo>
                  <a:cubicBezTo>
                    <a:pt x="2339" y="627"/>
                    <a:pt x="2376" y="664"/>
                    <a:pt x="2410" y="708"/>
                  </a:cubicBezTo>
                  <a:cubicBezTo>
                    <a:pt x="2448" y="757"/>
                    <a:pt x="2476" y="817"/>
                    <a:pt x="2528" y="852"/>
                  </a:cubicBezTo>
                  <a:cubicBezTo>
                    <a:pt x="2549" y="909"/>
                    <a:pt x="2520" y="846"/>
                    <a:pt x="2562" y="894"/>
                  </a:cubicBezTo>
                  <a:cubicBezTo>
                    <a:pt x="2592" y="929"/>
                    <a:pt x="2605" y="968"/>
                    <a:pt x="2630" y="1004"/>
                  </a:cubicBezTo>
                  <a:cubicBezTo>
                    <a:pt x="2637" y="1014"/>
                    <a:pt x="2648" y="1020"/>
                    <a:pt x="2655" y="1029"/>
                  </a:cubicBezTo>
                  <a:cubicBezTo>
                    <a:pt x="2668" y="1045"/>
                    <a:pt x="2678" y="1063"/>
                    <a:pt x="2689" y="1080"/>
                  </a:cubicBezTo>
                  <a:cubicBezTo>
                    <a:pt x="2694" y="1088"/>
                    <a:pt x="2694" y="1098"/>
                    <a:pt x="2698" y="1106"/>
                  </a:cubicBezTo>
                  <a:cubicBezTo>
                    <a:pt x="2708" y="1124"/>
                    <a:pt x="2724" y="1138"/>
                    <a:pt x="2731" y="1157"/>
                  </a:cubicBezTo>
                  <a:cubicBezTo>
                    <a:pt x="2761" y="1239"/>
                    <a:pt x="2796" y="1315"/>
                    <a:pt x="2816" y="1402"/>
                  </a:cubicBezTo>
                  <a:cubicBezTo>
                    <a:pt x="2811" y="1548"/>
                    <a:pt x="2815" y="1717"/>
                    <a:pt x="2765" y="1860"/>
                  </a:cubicBezTo>
                  <a:cubicBezTo>
                    <a:pt x="2767" y="1911"/>
                    <a:pt x="2731" y="2115"/>
                    <a:pt x="2816" y="2173"/>
                  </a:cubicBezTo>
                  <a:cubicBezTo>
                    <a:pt x="2837" y="2203"/>
                    <a:pt x="2850" y="2204"/>
                    <a:pt x="2884" y="2215"/>
                  </a:cubicBezTo>
                  <a:cubicBezTo>
                    <a:pt x="2942" y="2254"/>
                    <a:pt x="3005" y="2269"/>
                    <a:pt x="3070" y="2292"/>
                  </a:cubicBezTo>
                  <a:cubicBezTo>
                    <a:pt x="3121" y="2289"/>
                    <a:pt x="3172" y="2289"/>
                    <a:pt x="3223" y="2283"/>
                  </a:cubicBezTo>
                  <a:cubicBezTo>
                    <a:pt x="3336" y="2269"/>
                    <a:pt x="3413" y="2163"/>
                    <a:pt x="3485" y="2088"/>
                  </a:cubicBezTo>
                  <a:cubicBezTo>
                    <a:pt x="3502" y="2041"/>
                    <a:pt x="3524" y="2003"/>
                    <a:pt x="3536" y="1953"/>
                  </a:cubicBezTo>
                  <a:cubicBezTo>
                    <a:pt x="3523" y="1844"/>
                    <a:pt x="3503" y="1788"/>
                    <a:pt x="3443" y="1699"/>
                  </a:cubicBezTo>
                  <a:cubicBezTo>
                    <a:pt x="3437" y="1691"/>
                    <a:pt x="3426" y="1688"/>
                    <a:pt x="3418" y="1682"/>
                  </a:cubicBezTo>
                  <a:cubicBezTo>
                    <a:pt x="3382" y="1652"/>
                    <a:pt x="3343" y="1627"/>
                    <a:pt x="3307" y="1597"/>
                  </a:cubicBezTo>
                  <a:cubicBezTo>
                    <a:pt x="3254" y="1552"/>
                    <a:pt x="3197" y="1508"/>
                    <a:pt x="3130" y="1487"/>
                  </a:cubicBezTo>
                  <a:cubicBezTo>
                    <a:pt x="3109" y="1455"/>
                    <a:pt x="3073" y="1439"/>
                    <a:pt x="3036" y="1428"/>
                  </a:cubicBezTo>
                  <a:cubicBezTo>
                    <a:pt x="2995" y="1400"/>
                    <a:pt x="2956" y="1367"/>
                    <a:pt x="2909" y="1351"/>
                  </a:cubicBezTo>
                  <a:cubicBezTo>
                    <a:pt x="2893" y="1335"/>
                    <a:pt x="2872" y="1326"/>
                    <a:pt x="2858" y="1309"/>
                  </a:cubicBezTo>
                  <a:cubicBezTo>
                    <a:pt x="2818" y="1263"/>
                    <a:pt x="2798" y="1206"/>
                    <a:pt x="2765" y="1157"/>
                  </a:cubicBezTo>
                  <a:cubicBezTo>
                    <a:pt x="2739" y="1073"/>
                    <a:pt x="2779" y="1193"/>
                    <a:pt x="2740" y="1106"/>
                  </a:cubicBezTo>
                  <a:cubicBezTo>
                    <a:pt x="2698" y="1012"/>
                    <a:pt x="2745" y="1089"/>
                    <a:pt x="2706" y="1029"/>
                  </a:cubicBezTo>
                  <a:cubicBezTo>
                    <a:pt x="2692" y="985"/>
                    <a:pt x="2680" y="941"/>
                    <a:pt x="2655" y="902"/>
                  </a:cubicBezTo>
                  <a:cubicBezTo>
                    <a:pt x="2643" y="864"/>
                    <a:pt x="2635" y="825"/>
                    <a:pt x="2613" y="792"/>
                  </a:cubicBezTo>
                  <a:cubicBezTo>
                    <a:pt x="2600" y="742"/>
                    <a:pt x="2592" y="710"/>
                    <a:pt x="2570" y="665"/>
                  </a:cubicBezTo>
                  <a:cubicBezTo>
                    <a:pt x="2559" y="617"/>
                    <a:pt x="2538" y="563"/>
                    <a:pt x="2511" y="521"/>
                  </a:cubicBezTo>
                  <a:cubicBezTo>
                    <a:pt x="2455" y="347"/>
                    <a:pt x="2258" y="248"/>
                    <a:pt x="2105" y="174"/>
                  </a:cubicBezTo>
                  <a:cubicBezTo>
                    <a:pt x="2053" y="149"/>
                    <a:pt x="2005" y="112"/>
                    <a:pt x="1952" y="89"/>
                  </a:cubicBezTo>
                  <a:cubicBezTo>
                    <a:pt x="1902" y="67"/>
                    <a:pt x="1844" y="57"/>
                    <a:pt x="1791" y="47"/>
                  </a:cubicBezTo>
                  <a:cubicBezTo>
                    <a:pt x="1697" y="0"/>
                    <a:pt x="1566" y="26"/>
                    <a:pt x="1469" y="30"/>
                  </a:cubicBezTo>
                  <a:cubicBezTo>
                    <a:pt x="1427" y="40"/>
                    <a:pt x="1384" y="44"/>
                    <a:pt x="1342" y="55"/>
                  </a:cubicBezTo>
                  <a:cubicBezTo>
                    <a:pt x="1282" y="70"/>
                    <a:pt x="1224" y="92"/>
                    <a:pt x="1164" y="106"/>
                  </a:cubicBezTo>
                  <a:cubicBezTo>
                    <a:pt x="1132" y="122"/>
                    <a:pt x="1106" y="132"/>
                    <a:pt x="1071" y="140"/>
                  </a:cubicBezTo>
                  <a:cubicBezTo>
                    <a:pt x="1038" y="157"/>
                    <a:pt x="1004" y="167"/>
                    <a:pt x="970" y="182"/>
                  </a:cubicBezTo>
                  <a:cubicBezTo>
                    <a:pt x="920" y="204"/>
                    <a:pt x="879" y="232"/>
                    <a:pt x="826" y="250"/>
                  </a:cubicBezTo>
                  <a:cubicBezTo>
                    <a:pt x="744" y="313"/>
                    <a:pt x="844" y="241"/>
                    <a:pt x="749" y="293"/>
                  </a:cubicBezTo>
                  <a:cubicBezTo>
                    <a:pt x="697" y="321"/>
                    <a:pt x="646" y="352"/>
                    <a:pt x="597" y="386"/>
                  </a:cubicBezTo>
                  <a:cubicBezTo>
                    <a:pt x="582" y="396"/>
                    <a:pt x="562" y="394"/>
                    <a:pt x="546" y="403"/>
                  </a:cubicBezTo>
                  <a:cubicBezTo>
                    <a:pt x="520" y="418"/>
                    <a:pt x="496" y="437"/>
                    <a:pt x="470" y="453"/>
                  </a:cubicBezTo>
                  <a:cubicBezTo>
                    <a:pt x="455" y="463"/>
                    <a:pt x="419" y="470"/>
                    <a:pt x="419" y="470"/>
                  </a:cubicBezTo>
                  <a:cubicBezTo>
                    <a:pt x="358" y="511"/>
                    <a:pt x="388" y="499"/>
                    <a:pt x="334" y="513"/>
                  </a:cubicBezTo>
                  <a:cubicBezTo>
                    <a:pt x="276" y="552"/>
                    <a:pt x="302" y="541"/>
                    <a:pt x="258" y="555"/>
                  </a:cubicBezTo>
                  <a:cubicBezTo>
                    <a:pt x="233" y="572"/>
                    <a:pt x="207" y="589"/>
                    <a:pt x="182" y="606"/>
                  </a:cubicBezTo>
                  <a:cubicBezTo>
                    <a:pt x="173" y="612"/>
                    <a:pt x="165" y="617"/>
                    <a:pt x="156" y="623"/>
                  </a:cubicBezTo>
                  <a:cubicBezTo>
                    <a:pt x="148" y="629"/>
                    <a:pt x="131" y="640"/>
                    <a:pt x="131" y="640"/>
                  </a:cubicBezTo>
                  <a:cubicBezTo>
                    <a:pt x="105" y="678"/>
                    <a:pt x="108" y="657"/>
                    <a:pt x="80" y="682"/>
                  </a:cubicBezTo>
                </a:path>
              </a:pathLst>
            </a:custGeom>
            <a:solidFill>
              <a:srgbClr val="7030A0"/>
            </a:solidFill>
            <a:ln w="12700">
              <a:solidFill>
                <a:srgbClr val="0033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5820" name="Freeform 41"/>
            <p:cNvSpPr>
              <a:spLocks/>
            </p:cNvSpPr>
            <p:nvPr/>
          </p:nvSpPr>
          <p:spPr bwMode="auto">
            <a:xfrm>
              <a:off x="3783015" y="1735138"/>
              <a:ext cx="491194" cy="209148"/>
            </a:xfrm>
            <a:custGeom>
              <a:avLst/>
              <a:gdLst>
                <a:gd name="T0" fmla="*/ 2147483647 w 313"/>
                <a:gd name="T1" fmla="*/ 0 h 144"/>
                <a:gd name="T2" fmla="*/ 2147483647 w 313"/>
                <a:gd name="T3" fmla="*/ 2147483647 h 144"/>
                <a:gd name="T4" fmla="*/ 2147483647 w 313"/>
                <a:gd name="T5" fmla="*/ 2147483647 h 144"/>
                <a:gd name="T6" fmla="*/ 2147483647 w 313"/>
                <a:gd name="T7" fmla="*/ 2147483647 h 144"/>
                <a:gd name="T8" fmla="*/ 2147483647 w 313"/>
                <a:gd name="T9" fmla="*/ 2147483647 h 144"/>
                <a:gd name="T10" fmla="*/ 0 w 313"/>
                <a:gd name="T11" fmla="*/ 2147483647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3"/>
                <a:gd name="T19" fmla="*/ 0 h 144"/>
                <a:gd name="T20" fmla="*/ 313 w 313"/>
                <a:gd name="T21" fmla="*/ 144 h 1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3" h="144">
                  <a:moveTo>
                    <a:pt x="313" y="0"/>
                  </a:moveTo>
                  <a:cubicBezTo>
                    <a:pt x="278" y="8"/>
                    <a:pt x="254" y="25"/>
                    <a:pt x="220" y="34"/>
                  </a:cubicBezTo>
                  <a:cubicBezTo>
                    <a:pt x="212" y="40"/>
                    <a:pt x="204" y="47"/>
                    <a:pt x="195" y="51"/>
                  </a:cubicBezTo>
                  <a:cubicBezTo>
                    <a:pt x="179" y="58"/>
                    <a:pt x="144" y="67"/>
                    <a:pt x="144" y="67"/>
                  </a:cubicBezTo>
                  <a:cubicBezTo>
                    <a:pt x="113" y="88"/>
                    <a:pt x="77" y="107"/>
                    <a:pt x="42" y="118"/>
                  </a:cubicBezTo>
                  <a:cubicBezTo>
                    <a:pt x="12" y="139"/>
                    <a:pt x="26" y="130"/>
                    <a:pt x="0" y="144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E121B7-CFF6-580C-D6F8-94AC1DF1196B}"/>
              </a:ext>
            </a:extLst>
          </p:cNvPr>
          <p:cNvGrpSpPr/>
          <p:nvPr/>
        </p:nvGrpSpPr>
        <p:grpSpPr>
          <a:xfrm>
            <a:off x="8281988" y="901699"/>
            <a:ext cx="1552718" cy="2097169"/>
            <a:chOff x="8281988" y="901699"/>
            <a:chExt cx="1552718" cy="2097169"/>
          </a:xfrm>
        </p:grpSpPr>
        <p:sp>
          <p:nvSpPr>
            <p:cNvPr id="75781" name="Freeform 47"/>
            <p:cNvSpPr>
              <a:spLocks/>
            </p:cNvSpPr>
            <p:nvPr/>
          </p:nvSpPr>
          <p:spPr bwMode="auto">
            <a:xfrm>
              <a:off x="8281988" y="901699"/>
              <a:ext cx="1552718" cy="940551"/>
            </a:xfrm>
            <a:custGeom>
              <a:avLst/>
              <a:gdLst>
                <a:gd name="T0" fmla="*/ 2147483647 w 865"/>
                <a:gd name="T1" fmla="*/ 2147483647 h 813"/>
                <a:gd name="T2" fmla="*/ 2147483647 w 865"/>
                <a:gd name="T3" fmla="*/ 2147483647 h 813"/>
                <a:gd name="T4" fmla="*/ 2147483647 w 865"/>
                <a:gd name="T5" fmla="*/ 2147483647 h 813"/>
                <a:gd name="T6" fmla="*/ 2147483647 w 865"/>
                <a:gd name="T7" fmla="*/ 2147483647 h 813"/>
                <a:gd name="T8" fmla="*/ 2147483647 w 865"/>
                <a:gd name="T9" fmla="*/ 2147483647 h 813"/>
                <a:gd name="T10" fmla="*/ 2147483647 w 865"/>
                <a:gd name="T11" fmla="*/ 2147483647 h 813"/>
                <a:gd name="T12" fmla="*/ 2147483647 w 865"/>
                <a:gd name="T13" fmla="*/ 2147483647 h 813"/>
                <a:gd name="T14" fmla="*/ 2147483647 w 865"/>
                <a:gd name="T15" fmla="*/ 2147483647 h 813"/>
                <a:gd name="T16" fmla="*/ 2147483647 w 865"/>
                <a:gd name="T17" fmla="*/ 2147483647 h 813"/>
                <a:gd name="T18" fmla="*/ 2147483647 w 865"/>
                <a:gd name="T19" fmla="*/ 2147483647 h 813"/>
                <a:gd name="T20" fmla="*/ 2147483647 w 865"/>
                <a:gd name="T21" fmla="*/ 2147483647 h 813"/>
                <a:gd name="T22" fmla="*/ 2147483647 w 865"/>
                <a:gd name="T23" fmla="*/ 2147483647 h 813"/>
                <a:gd name="T24" fmla="*/ 2147483647 w 865"/>
                <a:gd name="T25" fmla="*/ 2147483647 h 813"/>
                <a:gd name="T26" fmla="*/ 2147483647 w 865"/>
                <a:gd name="T27" fmla="*/ 2147483647 h 813"/>
                <a:gd name="T28" fmla="*/ 2147483647 w 865"/>
                <a:gd name="T29" fmla="*/ 2147483647 h 813"/>
                <a:gd name="T30" fmla="*/ 2147483647 w 865"/>
                <a:gd name="T31" fmla="*/ 2147483647 h 813"/>
                <a:gd name="T32" fmla="*/ 2147483647 w 865"/>
                <a:gd name="T33" fmla="*/ 2147483647 h 813"/>
                <a:gd name="T34" fmla="*/ 2147483647 w 865"/>
                <a:gd name="T35" fmla="*/ 2147483647 h 813"/>
                <a:gd name="T36" fmla="*/ 2147483647 w 865"/>
                <a:gd name="T37" fmla="*/ 2147483647 h 813"/>
                <a:gd name="T38" fmla="*/ 2147483647 w 865"/>
                <a:gd name="T39" fmla="*/ 2147483647 h 813"/>
                <a:gd name="T40" fmla="*/ 2147483647 w 865"/>
                <a:gd name="T41" fmla="*/ 2147483647 h 813"/>
                <a:gd name="T42" fmla="*/ 2147483647 w 865"/>
                <a:gd name="T43" fmla="*/ 0 h 81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65"/>
                <a:gd name="T67" fmla="*/ 0 h 813"/>
                <a:gd name="T68" fmla="*/ 865 w 865"/>
                <a:gd name="T69" fmla="*/ 813 h 81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65" h="813">
                  <a:moveTo>
                    <a:pt x="423" y="25"/>
                  </a:moveTo>
                  <a:cubicBezTo>
                    <a:pt x="353" y="32"/>
                    <a:pt x="294" y="45"/>
                    <a:pt x="228" y="67"/>
                  </a:cubicBezTo>
                  <a:cubicBezTo>
                    <a:pt x="200" y="76"/>
                    <a:pt x="152" y="110"/>
                    <a:pt x="152" y="110"/>
                  </a:cubicBezTo>
                  <a:cubicBezTo>
                    <a:pt x="146" y="118"/>
                    <a:pt x="142" y="127"/>
                    <a:pt x="135" y="135"/>
                  </a:cubicBezTo>
                  <a:cubicBezTo>
                    <a:pt x="127" y="144"/>
                    <a:pt x="116" y="150"/>
                    <a:pt x="109" y="160"/>
                  </a:cubicBezTo>
                  <a:cubicBezTo>
                    <a:pt x="90" y="186"/>
                    <a:pt x="85" y="218"/>
                    <a:pt x="67" y="245"/>
                  </a:cubicBezTo>
                  <a:cubicBezTo>
                    <a:pt x="56" y="281"/>
                    <a:pt x="46" y="315"/>
                    <a:pt x="25" y="347"/>
                  </a:cubicBezTo>
                  <a:cubicBezTo>
                    <a:pt x="0" y="486"/>
                    <a:pt x="1" y="677"/>
                    <a:pt x="160" y="728"/>
                  </a:cubicBezTo>
                  <a:cubicBezTo>
                    <a:pt x="212" y="762"/>
                    <a:pt x="269" y="783"/>
                    <a:pt x="330" y="796"/>
                  </a:cubicBezTo>
                  <a:cubicBezTo>
                    <a:pt x="355" y="802"/>
                    <a:pt x="406" y="813"/>
                    <a:pt x="406" y="813"/>
                  </a:cubicBezTo>
                  <a:cubicBezTo>
                    <a:pt x="460" y="810"/>
                    <a:pt x="513" y="809"/>
                    <a:pt x="567" y="804"/>
                  </a:cubicBezTo>
                  <a:cubicBezTo>
                    <a:pt x="642" y="797"/>
                    <a:pt x="695" y="742"/>
                    <a:pt x="753" y="703"/>
                  </a:cubicBezTo>
                  <a:cubicBezTo>
                    <a:pt x="783" y="659"/>
                    <a:pt x="800" y="610"/>
                    <a:pt x="829" y="567"/>
                  </a:cubicBezTo>
                  <a:cubicBezTo>
                    <a:pt x="849" y="471"/>
                    <a:pt x="828" y="567"/>
                    <a:pt x="846" y="499"/>
                  </a:cubicBezTo>
                  <a:cubicBezTo>
                    <a:pt x="852" y="477"/>
                    <a:pt x="863" y="432"/>
                    <a:pt x="863" y="432"/>
                  </a:cubicBezTo>
                  <a:cubicBezTo>
                    <a:pt x="858" y="373"/>
                    <a:pt x="865" y="270"/>
                    <a:pt x="796" y="245"/>
                  </a:cubicBezTo>
                  <a:cubicBezTo>
                    <a:pt x="758" y="208"/>
                    <a:pt x="737" y="216"/>
                    <a:pt x="694" y="194"/>
                  </a:cubicBezTo>
                  <a:cubicBezTo>
                    <a:pt x="649" y="171"/>
                    <a:pt x="607" y="159"/>
                    <a:pt x="558" y="144"/>
                  </a:cubicBezTo>
                  <a:cubicBezTo>
                    <a:pt x="529" y="135"/>
                    <a:pt x="503" y="119"/>
                    <a:pt x="474" y="110"/>
                  </a:cubicBezTo>
                  <a:cubicBezTo>
                    <a:pt x="448" y="93"/>
                    <a:pt x="426" y="85"/>
                    <a:pt x="397" y="76"/>
                  </a:cubicBezTo>
                  <a:cubicBezTo>
                    <a:pt x="372" y="59"/>
                    <a:pt x="350" y="51"/>
                    <a:pt x="321" y="42"/>
                  </a:cubicBezTo>
                  <a:cubicBezTo>
                    <a:pt x="267" y="6"/>
                    <a:pt x="284" y="22"/>
                    <a:pt x="262" y="0"/>
                  </a:cubicBezTo>
                </a:path>
              </a:pathLst>
            </a:custGeom>
            <a:solidFill>
              <a:srgbClr val="0070C0"/>
            </a:solidFill>
            <a:ln w="12700">
              <a:solidFill>
                <a:srgbClr val="CC0099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5825" name="Freeform 46"/>
            <p:cNvSpPr>
              <a:spLocks/>
            </p:cNvSpPr>
            <p:nvPr/>
          </p:nvSpPr>
          <p:spPr bwMode="auto">
            <a:xfrm>
              <a:off x="9047102" y="1868488"/>
              <a:ext cx="206376" cy="1130380"/>
            </a:xfrm>
            <a:custGeom>
              <a:avLst/>
              <a:gdLst>
                <a:gd name="T0" fmla="*/ 2147483647 w 178"/>
                <a:gd name="T1" fmla="*/ 0 h 703"/>
                <a:gd name="T2" fmla="*/ 2147483647 w 178"/>
                <a:gd name="T3" fmla="*/ 2147483647 h 703"/>
                <a:gd name="T4" fmla="*/ 2147483647 w 178"/>
                <a:gd name="T5" fmla="*/ 2147483647 h 703"/>
                <a:gd name="T6" fmla="*/ 2147483647 w 178"/>
                <a:gd name="T7" fmla="*/ 2147483647 h 703"/>
                <a:gd name="T8" fmla="*/ 2147483647 w 178"/>
                <a:gd name="T9" fmla="*/ 2147483647 h 703"/>
                <a:gd name="T10" fmla="*/ 2147483647 w 178"/>
                <a:gd name="T11" fmla="*/ 2147483647 h 703"/>
                <a:gd name="T12" fmla="*/ 0 w 178"/>
                <a:gd name="T13" fmla="*/ 2147483647 h 7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8"/>
                <a:gd name="T22" fmla="*/ 0 h 703"/>
                <a:gd name="T23" fmla="*/ 178 w 178"/>
                <a:gd name="T24" fmla="*/ 703 h 70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8" h="703">
                  <a:moveTo>
                    <a:pt x="178" y="0"/>
                  </a:moveTo>
                  <a:cubicBezTo>
                    <a:pt x="175" y="57"/>
                    <a:pt x="174" y="113"/>
                    <a:pt x="169" y="170"/>
                  </a:cubicBezTo>
                  <a:cubicBezTo>
                    <a:pt x="160" y="274"/>
                    <a:pt x="112" y="368"/>
                    <a:pt x="84" y="466"/>
                  </a:cubicBezTo>
                  <a:cubicBezTo>
                    <a:pt x="68" y="521"/>
                    <a:pt x="43" y="572"/>
                    <a:pt x="25" y="627"/>
                  </a:cubicBezTo>
                  <a:cubicBezTo>
                    <a:pt x="22" y="636"/>
                    <a:pt x="20" y="644"/>
                    <a:pt x="17" y="653"/>
                  </a:cubicBezTo>
                  <a:cubicBezTo>
                    <a:pt x="14" y="661"/>
                    <a:pt x="11" y="670"/>
                    <a:pt x="8" y="678"/>
                  </a:cubicBezTo>
                  <a:cubicBezTo>
                    <a:pt x="5" y="686"/>
                    <a:pt x="0" y="703"/>
                    <a:pt x="0" y="703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sp>
        <p:nvSpPr>
          <p:cNvPr id="7578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11772" cy="20676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188582A-8083-420A-B4A6-BB28832F5E63}" type="slidenum">
              <a:rPr lang="en-US" altLang="en-US" smtClean="0">
                <a:latin typeface="Garamond" pitchFamily="18" charset="0"/>
              </a:rPr>
              <a:pPr eaLnBrk="1" hangingPunct="1"/>
              <a:t>19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75786" name="AutoShape 2"/>
          <p:cNvSpPr>
            <a:spLocks noChangeArrowheads="1"/>
          </p:cNvSpPr>
          <p:nvPr/>
        </p:nvSpPr>
        <p:spPr bwMode="auto">
          <a:xfrm>
            <a:off x="2514600" y="3509963"/>
            <a:ext cx="677943" cy="394653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Arial" pitchFamily="34" charset="0"/>
              </a:rPr>
              <a:t>START</a:t>
            </a:r>
          </a:p>
        </p:txBody>
      </p:sp>
      <p:sp>
        <p:nvSpPr>
          <p:cNvPr id="75787" name="AutoShape 3"/>
          <p:cNvSpPr>
            <a:spLocks noChangeArrowheads="1"/>
          </p:cNvSpPr>
          <p:nvPr/>
        </p:nvSpPr>
        <p:spPr bwMode="auto">
          <a:xfrm>
            <a:off x="8763000" y="1143002"/>
            <a:ext cx="677943" cy="3946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>
                <a:latin typeface="Arial" pitchFamily="34" charset="0"/>
              </a:rPr>
              <a:t>GOAL</a:t>
            </a:r>
          </a:p>
        </p:txBody>
      </p:sp>
      <p:sp>
        <p:nvSpPr>
          <p:cNvPr id="75788" name="AutoShape 4"/>
          <p:cNvSpPr>
            <a:spLocks noChangeArrowheads="1"/>
          </p:cNvSpPr>
          <p:nvPr/>
        </p:nvSpPr>
        <p:spPr bwMode="auto">
          <a:xfrm>
            <a:off x="4505325" y="2884490"/>
            <a:ext cx="679513" cy="3937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 dirty="0">
                <a:latin typeface="Arial" pitchFamily="34" charset="0"/>
              </a:rPr>
              <a:t>d</a:t>
            </a:r>
          </a:p>
        </p:txBody>
      </p:sp>
      <p:sp>
        <p:nvSpPr>
          <p:cNvPr id="75789" name="AutoShape 5"/>
          <p:cNvSpPr>
            <a:spLocks noChangeArrowheads="1"/>
          </p:cNvSpPr>
          <p:nvPr/>
        </p:nvSpPr>
        <p:spPr bwMode="auto">
          <a:xfrm>
            <a:off x="3063875" y="1839915"/>
            <a:ext cx="677943" cy="3937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b</a:t>
            </a:r>
          </a:p>
        </p:txBody>
      </p:sp>
      <p:sp>
        <p:nvSpPr>
          <p:cNvPr id="75790" name="AutoShape 6"/>
          <p:cNvSpPr>
            <a:spLocks noChangeArrowheads="1"/>
          </p:cNvSpPr>
          <p:nvPr/>
        </p:nvSpPr>
        <p:spPr bwMode="auto">
          <a:xfrm>
            <a:off x="3749675" y="4276727"/>
            <a:ext cx="679513" cy="3937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p</a:t>
            </a:r>
          </a:p>
        </p:txBody>
      </p:sp>
      <p:sp>
        <p:nvSpPr>
          <p:cNvPr id="75791" name="AutoShape 7"/>
          <p:cNvSpPr>
            <a:spLocks noChangeArrowheads="1"/>
          </p:cNvSpPr>
          <p:nvPr/>
        </p:nvSpPr>
        <p:spPr bwMode="auto">
          <a:xfrm>
            <a:off x="5397500" y="4484688"/>
            <a:ext cx="679513" cy="394653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q</a:t>
            </a:r>
          </a:p>
        </p:txBody>
      </p:sp>
      <p:sp>
        <p:nvSpPr>
          <p:cNvPr id="75792" name="AutoShape 8"/>
          <p:cNvSpPr>
            <a:spLocks noChangeArrowheads="1"/>
          </p:cNvSpPr>
          <p:nvPr/>
        </p:nvSpPr>
        <p:spPr bwMode="auto">
          <a:xfrm>
            <a:off x="6153150" y="1770065"/>
            <a:ext cx="679513" cy="3937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c</a:t>
            </a:r>
          </a:p>
        </p:txBody>
      </p:sp>
      <p:sp>
        <p:nvSpPr>
          <p:cNvPr id="75793" name="AutoShape 9"/>
          <p:cNvSpPr>
            <a:spLocks noChangeArrowheads="1"/>
          </p:cNvSpPr>
          <p:nvPr/>
        </p:nvSpPr>
        <p:spPr bwMode="auto">
          <a:xfrm>
            <a:off x="7115175" y="2605088"/>
            <a:ext cx="677943" cy="394653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e</a:t>
            </a:r>
          </a:p>
        </p:txBody>
      </p:sp>
      <p:sp>
        <p:nvSpPr>
          <p:cNvPr id="75794" name="AutoShape 10"/>
          <p:cNvSpPr>
            <a:spLocks noChangeArrowheads="1"/>
          </p:cNvSpPr>
          <p:nvPr/>
        </p:nvSpPr>
        <p:spPr bwMode="auto">
          <a:xfrm>
            <a:off x="6565900" y="3579813"/>
            <a:ext cx="677943" cy="394653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h</a:t>
            </a:r>
          </a:p>
        </p:txBody>
      </p:sp>
      <p:sp>
        <p:nvSpPr>
          <p:cNvPr id="75795" name="AutoShape 11"/>
          <p:cNvSpPr>
            <a:spLocks noChangeArrowheads="1"/>
          </p:cNvSpPr>
          <p:nvPr/>
        </p:nvSpPr>
        <p:spPr bwMode="auto">
          <a:xfrm>
            <a:off x="4298950" y="1212852"/>
            <a:ext cx="679513" cy="3937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a</a:t>
            </a:r>
          </a:p>
        </p:txBody>
      </p:sp>
      <p:sp>
        <p:nvSpPr>
          <p:cNvPr id="75796" name="AutoShape 12"/>
          <p:cNvSpPr>
            <a:spLocks noChangeArrowheads="1"/>
          </p:cNvSpPr>
          <p:nvPr/>
        </p:nvSpPr>
        <p:spPr bwMode="auto">
          <a:xfrm>
            <a:off x="8556625" y="3022602"/>
            <a:ext cx="677943" cy="3946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f</a:t>
            </a:r>
          </a:p>
        </p:txBody>
      </p:sp>
      <p:sp>
        <p:nvSpPr>
          <p:cNvPr id="75797" name="AutoShape 13"/>
          <p:cNvSpPr>
            <a:spLocks noChangeArrowheads="1"/>
          </p:cNvSpPr>
          <p:nvPr/>
        </p:nvSpPr>
        <p:spPr bwMode="auto">
          <a:xfrm>
            <a:off x="8281988" y="4276727"/>
            <a:ext cx="677943" cy="393754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i="1">
                <a:latin typeface="Arial" pitchFamily="34" charset="0"/>
              </a:rPr>
              <a:t>r</a:t>
            </a:r>
          </a:p>
        </p:txBody>
      </p:sp>
      <p:cxnSp>
        <p:nvCxnSpPr>
          <p:cNvPr id="75798" name="AutoShape 14"/>
          <p:cNvCxnSpPr>
            <a:cxnSpLocks noChangeShapeType="1"/>
            <a:stCxn id="75786" idx="5"/>
            <a:endCxn id="75790" idx="2"/>
          </p:cNvCxnSpPr>
          <p:nvPr/>
        </p:nvCxnSpPr>
        <p:spPr bwMode="auto">
          <a:xfrm>
            <a:off x="3093261" y="3846820"/>
            <a:ext cx="656414" cy="626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799" name="AutoShape 15"/>
          <p:cNvCxnSpPr>
            <a:cxnSpLocks noChangeShapeType="1"/>
            <a:stCxn id="75790" idx="5"/>
            <a:endCxn id="75791" idx="2"/>
          </p:cNvCxnSpPr>
          <p:nvPr/>
        </p:nvCxnSpPr>
        <p:spPr bwMode="auto">
          <a:xfrm>
            <a:off x="4329676" y="4612817"/>
            <a:ext cx="1067824" cy="691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0" name="AutoShape 16"/>
          <p:cNvCxnSpPr>
            <a:cxnSpLocks noChangeShapeType="1"/>
            <a:stCxn id="75794" idx="3"/>
            <a:endCxn id="75791" idx="7"/>
          </p:cNvCxnSpPr>
          <p:nvPr/>
        </p:nvCxnSpPr>
        <p:spPr bwMode="auto">
          <a:xfrm flipH="1">
            <a:off x="5977501" y="3916670"/>
            <a:ext cx="687681" cy="62581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1" name="AutoShape 17"/>
          <p:cNvCxnSpPr>
            <a:cxnSpLocks noChangeShapeType="1"/>
            <a:stCxn id="75794" idx="2"/>
            <a:endCxn id="75790" idx="6"/>
          </p:cNvCxnSpPr>
          <p:nvPr/>
        </p:nvCxnSpPr>
        <p:spPr bwMode="auto">
          <a:xfrm flipH="1">
            <a:off x="4429188" y="3777140"/>
            <a:ext cx="2136712" cy="6964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2" name="AutoShape 18"/>
          <p:cNvCxnSpPr>
            <a:cxnSpLocks noChangeShapeType="1"/>
            <a:stCxn id="75793" idx="4"/>
            <a:endCxn id="75794" idx="7"/>
          </p:cNvCxnSpPr>
          <p:nvPr/>
        </p:nvCxnSpPr>
        <p:spPr bwMode="auto">
          <a:xfrm flipH="1">
            <a:off x="7144561" y="2999741"/>
            <a:ext cx="309586" cy="6378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3" name="AutoShape 19"/>
          <p:cNvCxnSpPr>
            <a:cxnSpLocks noChangeShapeType="1"/>
            <a:stCxn id="75793" idx="5"/>
            <a:endCxn id="75797" idx="1"/>
          </p:cNvCxnSpPr>
          <p:nvPr/>
        </p:nvCxnSpPr>
        <p:spPr bwMode="auto">
          <a:xfrm>
            <a:off x="7693836" y="2941945"/>
            <a:ext cx="687434" cy="139244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4" name="AutoShape 20"/>
          <p:cNvCxnSpPr>
            <a:cxnSpLocks noChangeShapeType="1"/>
            <a:stCxn id="75797" idx="0"/>
            <a:endCxn id="75796" idx="4"/>
          </p:cNvCxnSpPr>
          <p:nvPr/>
        </p:nvCxnSpPr>
        <p:spPr bwMode="auto">
          <a:xfrm flipV="1">
            <a:off x="8620960" y="3417256"/>
            <a:ext cx="274637" cy="8594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5" name="AutoShape 21"/>
          <p:cNvCxnSpPr>
            <a:cxnSpLocks noChangeShapeType="1"/>
            <a:stCxn id="75796" idx="0"/>
            <a:endCxn id="75787" idx="4"/>
          </p:cNvCxnSpPr>
          <p:nvPr/>
        </p:nvCxnSpPr>
        <p:spPr bwMode="auto">
          <a:xfrm flipV="1">
            <a:off x="8895597" y="1537656"/>
            <a:ext cx="206375" cy="148494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6" name="AutoShape 22"/>
          <p:cNvCxnSpPr>
            <a:cxnSpLocks noChangeShapeType="1"/>
            <a:stCxn id="75786" idx="7"/>
          </p:cNvCxnSpPr>
          <p:nvPr/>
        </p:nvCxnSpPr>
        <p:spPr bwMode="auto">
          <a:xfrm flipV="1">
            <a:off x="3093261" y="3232151"/>
            <a:ext cx="1412065" cy="33560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7" name="AutoShape 23"/>
          <p:cNvCxnSpPr>
            <a:cxnSpLocks noChangeShapeType="1"/>
            <a:stCxn id="75788" idx="1"/>
            <a:endCxn id="75789" idx="5"/>
          </p:cNvCxnSpPr>
          <p:nvPr/>
        </p:nvCxnSpPr>
        <p:spPr bwMode="auto">
          <a:xfrm flipH="1" flipV="1">
            <a:off x="3642536" y="2176005"/>
            <a:ext cx="962301" cy="76614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8" name="AutoShape 24"/>
          <p:cNvCxnSpPr>
            <a:cxnSpLocks noChangeShapeType="1"/>
            <a:endCxn id="75795" idx="2"/>
          </p:cNvCxnSpPr>
          <p:nvPr/>
        </p:nvCxnSpPr>
        <p:spPr bwMode="auto">
          <a:xfrm flipV="1">
            <a:off x="3681414" y="1409729"/>
            <a:ext cx="617536" cy="531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09" name="AutoShape 25"/>
          <p:cNvCxnSpPr>
            <a:cxnSpLocks noChangeShapeType="1"/>
            <a:stCxn id="75792" idx="2"/>
            <a:endCxn id="75795" idx="6"/>
          </p:cNvCxnSpPr>
          <p:nvPr/>
        </p:nvCxnSpPr>
        <p:spPr bwMode="auto">
          <a:xfrm flipH="1" flipV="1">
            <a:off x="4978463" y="1409729"/>
            <a:ext cx="1174687" cy="5572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10" name="AutoShape 26"/>
          <p:cNvCxnSpPr>
            <a:cxnSpLocks noChangeShapeType="1"/>
            <a:stCxn id="75788" idx="7"/>
            <a:endCxn id="75792" idx="3"/>
          </p:cNvCxnSpPr>
          <p:nvPr/>
        </p:nvCxnSpPr>
        <p:spPr bwMode="auto">
          <a:xfrm flipV="1">
            <a:off x="5085326" y="2106155"/>
            <a:ext cx="1167336" cy="83599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11" name="AutoShape 27"/>
          <p:cNvCxnSpPr>
            <a:cxnSpLocks noChangeShapeType="1"/>
            <a:stCxn id="75788" idx="6"/>
            <a:endCxn id="75793" idx="2"/>
          </p:cNvCxnSpPr>
          <p:nvPr/>
        </p:nvCxnSpPr>
        <p:spPr bwMode="auto">
          <a:xfrm flipV="1">
            <a:off x="5184838" y="2802415"/>
            <a:ext cx="1930337" cy="27895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12" name="AutoShape 28"/>
          <p:cNvCxnSpPr>
            <a:cxnSpLocks noChangeShapeType="1"/>
            <a:stCxn id="75796" idx="1"/>
            <a:endCxn id="75792" idx="6"/>
          </p:cNvCxnSpPr>
          <p:nvPr/>
        </p:nvCxnSpPr>
        <p:spPr bwMode="auto">
          <a:xfrm rot="16200000" flipV="1">
            <a:off x="7187557" y="1612048"/>
            <a:ext cx="1113456" cy="1823244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13" name="AutoShape 29"/>
          <p:cNvCxnSpPr>
            <a:cxnSpLocks noChangeShapeType="1"/>
            <a:stCxn id="75786" idx="6"/>
            <a:endCxn id="75793" idx="3"/>
          </p:cNvCxnSpPr>
          <p:nvPr/>
        </p:nvCxnSpPr>
        <p:spPr bwMode="auto">
          <a:xfrm flipV="1">
            <a:off x="3192543" y="2941945"/>
            <a:ext cx="4021914" cy="76534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814" name="Text Box 35"/>
          <p:cNvSpPr txBox="1">
            <a:spLocks noChangeArrowheads="1"/>
          </p:cNvSpPr>
          <p:nvPr/>
        </p:nvSpPr>
        <p:spPr bwMode="auto">
          <a:xfrm>
            <a:off x="8991600" y="304800"/>
            <a:ext cx="8285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i="1">
                <a:solidFill>
                  <a:srgbClr val="0070C0"/>
                </a:solidFill>
                <a:latin typeface="Arial" pitchFamily="34" charset="0"/>
              </a:rPr>
              <a:t>V</a:t>
            </a:r>
            <a:r>
              <a:rPr lang="en-US" sz="3200" i="1" baseline="-25000">
                <a:solidFill>
                  <a:srgbClr val="0070C0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75826" name="Text Box 55"/>
          <p:cNvSpPr txBox="1">
            <a:spLocks noChangeArrowheads="1"/>
          </p:cNvSpPr>
          <p:nvPr/>
        </p:nvSpPr>
        <p:spPr bwMode="auto">
          <a:xfrm>
            <a:off x="2209800" y="4343400"/>
            <a:ext cx="8285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i="1">
                <a:solidFill>
                  <a:schemeClr val="bg2">
                    <a:lumMod val="75000"/>
                  </a:schemeClr>
                </a:solidFill>
                <a:latin typeface="Arial" pitchFamily="34" charset="0"/>
              </a:rPr>
              <a:t>V</a:t>
            </a:r>
            <a:r>
              <a:rPr lang="en-US" sz="3200" i="1" baseline="-25000">
                <a:solidFill>
                  <a:schemeClr val="bg2">
                    <a:lumMod val="75000"/>
                  </a:schemeClr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75827" name="Text Box 56"/>
          <p:cNvSpPr txBox="1">
            <a:spLocks noChangeArrowheads="1"/>
          </p:cNvSpPr>
          <p:nvPr/>
        </p:nvSpPr>
        <p:spPr bwMode="auto">
          <a:xfrm>
            <a:off x="3605698" y="4738799"/>
            <a:ext cx="8285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i="1">
                <a:solidFill>
                  <a:srgbClr val="FF9900"/>
                </a:solidFill>
                <a:latin typeface="Arial" pitchFamily="34" charset="0"/>
              </a:rPr>
              <a:t>V</a:t>
            </a:r>
            <a:r>
              <a:rPr lang="en-US" sz="3200" i="1" baseline="-25000">
                <a:solidFill>
                  <a:srgbClr val="FF99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75828" name="Text Box 57"/>
          <p:cNvSpPr txBox="1">
            <a:spLocks noChangeArrowheads="1"/>
          </p:cNvSpPr>
          <p:nvPr/>
        </p:nvSpPr>
        <p:spPr bwMode="auto">
          <a:xfrm>
            <a:off x="5735707" y="5317335"/>
            <a:ext cx="8285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i="1">
                <a:solidFill>
                  <a:srgbClr val="009900"/>
                </a:solidFill>
                <a:latin typeface="Arial" pitchFamily="34" charset="0"/>
              </a:rPr>
              <a:t>V</a:t>
            </a:r>
            <a:r>
              <a:rPr lang="en-US" sz="3200" i="1" baseline="-25000">
                <a:solidFill>
                  <a:srgbClr val="009900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75829" name="Text Box 58"/>
          <p:cNvSpPr txBox="1">
            <a:spLocks noChangeArrowheads="1"/>
          </p:cNvSpPr>
          <p:nvPr/>
        </p:nvSpPr>
        <p:spPr bwMode="auto">
          <a:xfrm>
            <a:off x="9753600" y="3124200"/>
            <a:ext cx="8285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i="1">
                <a:solidFill>
                  <a:srgbClr val="7030A0"/>
                </a:solidFill>
                <a:latin typeface="Arial" pitchFamily="34" charset="0"/>
              </a:rPr>
              <a:t>V</a:t>
            </a:r>
            <a:r>
              <a:rPr lang="en-US" sz="3200" i="1" baseline="-25000">
                <a:solidFill>
                  <a:srgbClr val="7030A0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6BD58F7D-1341-4632-9075-6CCA03370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"/>
            <a:ext cx="274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II. BFS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732E12A-6FF7-4145-ADF6-7E00DC80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425" y="4937908"/>
            <a:ext cx="1991457" cy="113423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574F806-ADC6-9D8B-FAC2-8AC0A135424D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41E4657-A716-0FB2-D603-29FDAE1C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CC816-97E4-4ADC-0D2A-1E2E13AD2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2780B3-02E1-9B21-38BB-7B8DD9873BE6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87E2805-49F1-4EA8-9D55-1F99E743263A}" type="slidenum">
              <a:rPr lang="en-US" altLang="en-US" smtClean="0">
                <a:latin typeface="Garamond" pitchFamily="18" charset="0"/>
              </a:rPr>
              <a:pPr eaLnBrk="1" hangingPunct="1"/>
              <a:t>20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7680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86200" y="228600"/>
            <a:ext cx="8305800" cy="5943600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rỗng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do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:=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rỗng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GOAL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GOAL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… START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		return SUCCESS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succs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</a:t>
            </a:r>
            <a:endParaRPr lang="en-US" sz="2400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….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return FAILURE</a:t>
            </a:r>
          </a:p>
        </p:txBody>
      </p:sp>
      <p:sp>
        <p:nvSpPr>
          <p:cNvPr id="76806" name="Rectangle 31"/>
          <p:cNvSpPr>
            <a:spLocks noChangeArrowheads="1"/>
          </p:cNvSpPr>
          <p:nvPr/>
        </p:nvSpPr>
        <p:spPr bwMode="auto">
          <a:xfrm>
            <a:off x="8382000" y="304800"/>
            <a:ext cx="198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BFS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DDFC0-B54E-45A0-9130-C6BDA324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2590800"/>
            <a:ext cx="2675429" cy="1752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54BEB8A-F797-6AC3-1287-410C3537DAF4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21FDD89-0E24-672E-28F4-A9DE70128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0FF73-C2A1-8BA0-A8C3-1C6B11C2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58F246-A559-EAB6-EFE2-62E9AEFC511B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7" name="Picture 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2" y="1039906"/>
            <a:ext cx="6629400" cy="485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Oval 39"/>
          <p:cNvSpPr/>
          <p:nvPr/>
        </p:nvSpPr>
        <p:spPr>
          <a:xfrm>
            <a:off x="1387926" y="1584417"/>
            <a:ext cx="6003925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381000" y="76200"/>
            <a:ext cx="6629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Biểu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diễn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cây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tìm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kiếm</a:t>
            </a:r>
            <a:endParaRPr lang="en-US" sz="4400" b="1" dirty="0">
              <a:solidFill>
                <a:srgbClr val="C00000"/>
              </a:solidFill>
              <a:latin typeface="Tahoma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FEF3D09-9586-4116-A836-262E40C5F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362" y="76201"/>
            <a:ext cx="3004239" cy="231389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119CC7A-59B8-4618-BD59-6126F661EDCB}"/>
              </a:ext>
            </a:extLst>
          </p:cNvPr>
          <p:cNvSpPr txBox="1"/>
          <p:nvPr/>
        </p:nvSpPr>
        <p:spPr>
          <a:xfrm>
            <a:off x="500512" y="2540092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/>
              <a:t>b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42D8405-96D2-FCBB-8B40-DF18A60943C7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 dirty="0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02123F7-92CD-AB0A-69EC-ED5B52186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93F03-EB64-6E4D-BEB4-0775345A0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23B855-4A00-0445-B5D9-AD7D6CA15D99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6A6BADC-EA52-F66A-E1B8-C4F031FB8BEC}"/>
              </a:ext>
            </a:extLst>
          </p:cNvPr>
          <p:cNvSpPr/>
          <p:nvPr/>
        </p:nvSpPr>
        <p:spPr>
          <a:xfrm>
            <a:off x="416859" y="2303461"/>
            <a:ext cx="6989763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F64F89-19DF-360A-37E1-042B1B2A93AB}"/>
              </a:ext>
            </a:extLst>
          </p:cNvPr>
          <p:cNvSpPr/>
          <p:nvPr/>
        </p:nvSpPr>
        <p:spPr>
          <a:xfrm>
            <a:off x="465931" y="3183821"/>
            <a:ext cx="6459537" cy="6461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0A21F8-FA87-EB5B-8D7A-B2A0C2EDBD0B}"/>
              </a:ext>
            </a:extLst>
          </p:cNvPr>
          <p:cNvGrpSpPr/>
          <p:nvPr/>
        </p:nvGrpSpPr>
        <p:grpSpPr>
          <a:xfrm>
            <a:off x="1752600" y="3981317"/>
            <a:ext cx="6096000" cy="1600200"/>
            <a:chOff x="2057400" y="3974305"/>
            <a:chExt cx="6096000" cy="16002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43E3CEB-DA4F-0DDC-B9ED-4B00F309322F}"/>
                </a:ext>
              </a:extLst>
            </p:cNvPr>
            <p:cNvSpPr/>
            <p:nvPr/>
          </p:nvSpPr>
          <p:spPr>
            <a:xfrm>
              <a:off x="2057400" y="3974306"/>
              <a:ext cx="4114800" cy="6461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A00CDC1-A85A-6E75-A331-1E77B575D41F}"/>
                </a:ext>
              </a:extLst>
            </p:cNvPr>
            <p:cNvSpPr/>
            <p:nvPr/>
          </p:nvSpPr>
          <p:spPr>
            <a:xfrm>
              <a:off x="4930775" y="3974305"/>
              <a:ext cx="381000" cy="381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Callout 11">
              <a:extLst>
                <a:ext uri="{FF2B5EF4-FFF2-40B4-BE49-F238E27FC236}">
                  <a16:creationId xmlns:a16="http://schemas.microsoft.com/office/drawing/2014/main" id="{6D3A1F65-FFC8-B489-9509-5A501C078861}"/>
                </a:ext>
              </a:extLst>
            </p:cNvPr>
            <p:cNvSpPr/>
            <p:nvPr/>
          </p:nvSpPr>
          <p:spPr>
            <a:xfrm>
              <a:off x="5181600" y="4507705"/>
              <a:ext cx="2971800" cy="1066800"/>
            </a:xfrm>
            <a:prstGeom prst="wedgeEllipseCallout">
              <a:avLst>
                <a:gd name="adj1" fmla="val -46551"/>
                <a:gd name="adj2" fmla="val -57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400" b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Là</a:t>
              </a:r>
              <a:r>
                <a:rPr 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đích</a:t>
              </a:r>
              <a:r>
                <a:rPr 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400" b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dừng</a:t>
              </a:r>
              <a:endPara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3" name="Text Box 36">
            <a:extLst>
              <a:ext uri="{FF2B5EF4-FFF2-40B4-BE49-F238E27FC236}">
                <a16:creationId xmlns:a16="http://schemas.microsoft.com/office/drawing/2014/main" id="{98BDC683-EF03-6CB4-B816-04DCE692B962}"/>
              </a:ext>
            </a:extLst>
          </p:cNvPr>
          <p:cNvSpPr txBox="1">
            <a:spLocks noChangeArrowheads="1"/>
          </p:cNvSpPr>
          <p:nvPr/>
        </p:nvSpPr>
        <p:spPr bwMode="auto">
          <a:xfrm rot="-1842453">
            <a:off x="7878419" y="3947185"/>
            <a:ext cx="4249737" cy="830262"/>
          </a:xfrm>
          <a:prstGeom prst="rect">
            <a:avLst/>
          </a:prstGeom>
          <a:solidFill>
            <a:srgbClr val="99CCFF"/>
          </a:solidFill>
          <a:ln w="12700" algn="ctr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6600FF"/>
                </a:solidFill>
                <a:latin typeface="Arial" pitchFamily="34" charset="0"/>
              </a:rPr>
              <a:t>Chúng ta duyệt cây tìm kiếm với BFS theo thứ tự nào?</a:t>
            </a:r>
          </a:p>
        </p:txBody>
      </p:sp>
    </p:spTree>
    <p:extLst>
      <p:ext uri="{BB962C8B-B14F-4D97-AF65-F5344CB8AC3E}">
        <p14:creationId xmlns:p14="http://schemas.microsoft.com/office/powerpoint/2010/main" val="128955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376C1A1-DFD8-43BF-B3C3-AD0D07AFB04F}" type="slidenum">
              <a:rPr lang="en-US" altLang="en-US" smtClean="0">
                <a:latin typeface="Garamond" pitchFamily="18" charset="0"/>
              </a:rPr>
              <a:pPr eaLnBrk="1" hangingPunct="1"/>
              <a:t>22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168400"/>
            <a:ext cx="10820400" cy="4800600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rằng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BFS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ngắn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thấy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Trong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k,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g(s)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9878" name="Rectangle 2"/>
          <p:cNvSpPr>
            <a:spLocks noChangeArrowheads="1"/>
          </p:cNvSpPr>
          <p:nvPr/>
        </p:nvSpPr>
        <p:spPr bwMode="auto">
          <a:xfrm>
            <a:off x="2133600" y="350838"/>
            <a:ext cx="76962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Chi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phí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chuyển</a:t>
            </a:r>
            <a:r>
              <a:rPr lang="en-US" sz="4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C00000"/>
                </a:solidFill>
                <a:latin typeface="Tahoma" pitchFamily="34" charset="0"/>
              </a:rPr>
              <a:t>đổi</a:t>
            </a:r>
            <a:endParaRPr lang="en-US" sz="4400" b="1" dirty="0">
              <a:solidFill>
                <a:srgbClr val="C00000"/>
              </a:solidFill>
              <a:latin typeface="Tahoma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DBA1FDD-41D1-CB80-1786-3742F9C5473B}"/>
              </a:ext>
            </a:extLst>
          </p:cNvPr>
          <p:cNvSpPr txBox="1">
            <a:spLocks/>
          </p:cNvSpPr>
          <p:nvPr/>
        </p:nvSpPr>
        <p:spPr>
          <a:xfrm>
            <a:off x="9220200" y="6338794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vi-VN" altLang="en-US">
                <a:solidFill>
                  <a:srgbClr val="C00000"/>
                </a:solidFill>
                <a:latin typeface="Garamond" pitchFamily="18" charset="0"/>
              </a:rPr>
              <a:t>Bài 3: Các thuật giải tìm kiếm trên đồ thị</a:t>
            </a:r>
            <a:endParaRPr lang="en-US" altLang="en-US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8A87D5B-C128-542C-05EA-163404AA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40AB7-9782-2DE3-97D3-6CD80B1F8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9780"/>
            <a:ext cx="2362530" cy="6382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FA6955-2E66-3E10-3C88-DA05382DA10B}"/>
              </a:ext>
            </a:extLst>
          </p:cNvPr>
          <p:cNvCxnSpPr/>
          <p:nvPr/>
        </p:nvCxnSpPr>
        <p:spPr>
          <a:xfrm>
            <a:off x="0" y="6219780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43200" y="228600"/>
            <a:ext cx="6324600" cy="776288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III. </a:t>
            </a:r>
            <a:r>
              <a:rPr lang="en-US" dirty="0" err="1">
                <a:solidFill>
                  <a:srgbClr val="C00000"/>
                </a:solidFill>
              </a:rPr>
              <a:t>Tìm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kiếm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theo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chiều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sâu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A2DA49-7BF8-4554-A981-301A60E92FBC}"/>
              </a:ext>
            </a:extLst>
          </p:cNvPr>
          <p:cNvSpPr txBox="1"/>
          <p:nvPr/>
        </p:nvSpPr>
        <p:spPr>
          <a:xfrm>
            <a:off x="990600" y="1981200"/>
            <a:ext cx="9601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eaLnBrk="0" hangingPunct="0">
              <a:defRPr sz="4400" b="1">
                <a:solidFill>
                  <a:schemeClr val="tx2"/>
                </a:solidFill>
                <a:latin typeface="Tahoma" pitchFamily="34" charset="0"/>
              </a:defRPr>
            </a:lvl2pPr>
            <a:lvl3pPr algn="ctr" eaLnBrk="0" hangingPunct="0">
              <a:defRPr sz="4400" b="1">
                <a:solidFill>
                  <a:schemeClr val="tx2"/>
                </a:solidFill>
                <a:latin typeface="Tahoma" pitchFamily="34" charset="0"/>
              </a:defRPr>
            </a:lvl3pPr>
            <a:lvl4pPr algn="ctr" eaLnBrk="0" hangingPunct="0">
              <a:defRPr sz="4400" b="1">
                <a:solidFill>
                  <a:schemeClr val="tx2"/>
                </a:solidFill>
                <a:latin typeface="Tahoma" pitchFamily="34" charset="0"/>
              </a:defRPr>
            </a:lvl4pPr>
            <a:lvl5pPr algn="ctr" eaLnBrk="0" hangingPunct="0">
              <a:defRPr sz="44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r>
              <a:rPr lang="en-US" dirty="0">
                <a:solidFill>
                  <a:srgbClr val="0070C0"/>
                </a:solidFill>
              </a:rPr>
              <a:t>DFS: Depth-First Search 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70645-4089-D1A8-587C-0D2F9501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62300" y="0"/>
            <a:ext cx="5867400" cy="762000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BFS </a:t>
            </a:r>
            <a:r>
              <a:rPr lang="en-US" dirty="0" err="1">
                <a:solidFill>
                  <a:srgbClr val="C00000"/>
                </a:solidFill>
              </a:rPr>
              <a:t>với</a:t>
            </a:r>
            <a:r>
              <a:rPr lang="en-US" dirty="0">
                <a:solidFill>
                  <a:srgbClr val="C00000"/>
                </a:solidFill>
              </a:rPr>
              <a:t> chi </a:t>
            </a:r>
            <a:r>
              <a:rPr lang="en-US" dirty="0" err="1">
                <a:solidFill>
                  <a:srgbClr val="C00000"/>
                </a:solidFill>
              </a:rPr>
              <a:t>phí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thấp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nhất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95400" y="762000"/>
            <a:ext cx="10210800" cy="5594350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800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i="1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thái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START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rỗng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:=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rỗng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succs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//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duyệt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previous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Cost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s’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</a:t>
            </a:r>
            <a:endParaRPr lang="en-US" sz="2400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:= </a:t>
            </a:r>
            <a:r>
              <a:rPr lang="en-US" sz="2400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k+1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GOAL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gán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nhãn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thoát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FAILURE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Ngược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endParaRPr lang="en-US" sz="2400" baseline="-25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8ED3F-6B01-F001-3E44-EB57A27BB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77E3FF8-80B5-4762-B862-53749C834B97}" type="slidenum">
              <a:rPr lang="en-US" altLang="en-US" smtClean="0">
                <a:latin typeface="Garamond" pitchFamily="18" charset="0"/>
              </a:rPr>
              <a:pPr eaLnBrk="1" hangingPunct="1"/>
              <a:t>25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788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62100" y="261040"/>
            <a:ext cx="9067800" cy="792163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VD: Chi </a:t>
            </a:r>
            <a:r>
              <a:rPr lang="en-US" dirty="0" err="1">
                <a:solidFill>
                  <a:srgbClr val="C00000"/>
                </a:solidFill>
              </a:rPr>
              <a:t>phí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chuyển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đổi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78854" name="Group 51"/>
          <p:cNvGrpSpPr>
            <a:grpSpLocks/>
          </p:cNvGrpSpPr>
          <p:nvPr/>
        </p:nvGrpSpPr>
        <p:grpSpPr bwMode="auto">
          <a:xfrm>
            <a:off x="5044813" y="1198243"/>
            <a:ext cx="6477000" cy="3810000"/>
            <a:chOff x="1008" y="1248"/>
            <a:chExt cx="3792" cy="1872"/>
          </a:xfrm>
        </p:grpSpPr>
        <p:grpSp>
          <p:nvGrpSpPr>
            <p:cNvPr id="78855" name="Group 4"/>
            <p:cNvGrpSpPr>
              <a:grpSpLocks/>
            </p:cNvGrpSpPr>
            <p:nvPr/>
          </p:nvGrpSpPr>
          <p:grpSpPr bwMode="auto">
            <a:xfrm>
              <a:off x="1008" y="1248"/>
              <a:ext cx="3792" cy="1872"/>
              <a:chOff x="336" y="576"/>
              <a:chExt cx="4848" cy="2784"/>
            </a:xfrm>
          </p:grpSpPr>
          <p:sp>
            <p:nvSpPr>
              <p:cNvPr id="78874" name="AutoShape 5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00">
                    <a:latin typeface="Arial" pitchFamily="34" charset="0"/>
                  </a:rPr>
                  <a:t>START</a:t>
                </a:r>
              </a:p>
            </p:txBody>
          </p:sp>
          <p:sp>
            <p:nvSpPr>
              <p:cNvPr id="78875" name="AutoShape 6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>
                    <a:latin typeface="Arial" pitchFamily="34" charset="0"/>
                  </a:rPr>
                  <a:t>GOAL</a:t>
                </a:r>
              </a:p>
            </p:txBody>
          </p:sp>
          <p:sp>
            <p:nvSpPr>
              <p:cNvPr id="78876" name="AutoShape 7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d</a:t>
                </a:r>
              </a:p>
            </p:txBody>
          </p:sp>
          <p:sp>
            <p:nvSpPr>
              <p:cNvPr id="78877" name="AutoShape 8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b</a:t>
                </a:r>
              </a:p>
            </p:txBody>
          </p:sp>
          <p:sp>
            <p:nvSpPr>
              <p:cNvPr id="78878" name="AutoShape 9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p</a:t>
                </a:r>
              </a:p>
            </p:txBody>
          </p:sp>
          <p:sp>
            <p:nvSpPr>
              <p:cNvPr id="78879" name="AutoShape 10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q</a:t>
                </a:r>
              </a:p>
            </p:txBody>
          </p:sp>
          <p:sp>
            <p:nvSpPr>
              <p:cNvPr id="78880" name="AutoShape 11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c</a:t>
                </a:r>
              </a:p>
            </p:txBody>
          </p:sp>
          <p:sp>
            <p:nvSpPr>
              <p:cNvPr id="78881" name="AutoShape 12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e</a:t>
                </a:r>
              </a:p>
            </p:txBody>
          </p:sp>
          <p:sp>
            <p:nvSpPr>
              <p:cNvPr id="78882" name="AutoShape 13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h</a:t>
                </a:r>
              </a:p>
            </p:txBody>
          </p:sp>
          <p:sp>
            <p:nvSpPr>
              <p:cNvPr id="78883" name="AutoShape 14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78884" name="AutoShape 15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f</a:t>
                </a:r>
              </a:p>
            </p:txBody>
          </p:sp>
          <p:sp>
            <p:nvSpPr>
              <p:cNvPr id="78885" name="AutoShape 16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i="1">
                    <a:latin typeface="Arial" pitchFamily="34" charset="0"/>
                  </a:rPr>
                  <a:t>r</a:t>
                </a:r>
              </a:p>
            </p:txBody>
          </p:sp>
          <p:cxnSp>
            <p:nvCxnSpPr>
              <p:cNvPr id="78886" name="AutoShape 17"/>
              <p:cNvCxnSpPr>
                <a:cxnSpLocks noChangeShapeType="1"/>
                <a:stCxn id="78874" idx="5"/>
                <a:endCxn id="78878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87" name="AutoShape 18"/>
              <p:cNvCxnSpPr>
                <a:cxnSpLocks noChangeShapeType="1"/>
                <a:stCxn id="78878" idx="5"/>
                <a:endCxn id="78879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88" name="AutoShape 19"/>
              <p:cNvCxnSpPr>
                <a:cxnSpLocks noChangeShapeType="1"/>
                <a:stCxn id="78882" idx="3"/>
                <a:endCxn id="78879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89" name="AutoShape 20"/>
              <p:cNvCxnSpPr>
                <a:cxnSpLocks noChangeShapeType="1"/>
                <a:stCxn id="78882" idx="2"/>
                <a:endCxn id="78878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0" name="AutoShape 21"/>
              <p:cNvCxnSpPr>
                <a:cxnSpLocks noChangeShapeType="1"/>
                <a:stCxn id="78881" idx="4"/>
                <a:endCxn id="78882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1" name="AutoShape 22"/>
              <p:cNvCxnSpPr>
                <a:cxnSpLocks noChangeShapeType="1"/>
                <a:stCxn id="78881" idx="5"/>
                <a:endCxn id="78885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2" name="AutoShape 23"/>
              <p:cNvCxnSpPr>
                <a:cxnSpLocks noChangeShapeType="1"/>
                <a:stCxn id="78885" idx="0"/>
                <a:endCxn id="78884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3" name="AutoShape 24"/>
              <p:cNvCxnSpPr>
                <a:cxnSpLocks noChangeShapeType="1"/>
                <a:stCxn id="78884" idx="0"/>
                <a:endCxn id="78875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4" name="AutoShape 25"/>
              <p:cNvCxnSpPr>
                <a:cxnSpLocks noChangeShapeType="1"/>
                <a:stCxn id="78874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5" name="AutoShape 26"/>
              <p:cNvCxnSpPr>
                <a:cxnSpLocks noChangeShapeType="1"/>
                <a:stCxn id="78876" idx="1"/>
                <a:endCxn id="78877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6" name="AutoShape 27"/>
              <p:cNvCxnSpPr>
                <a:cxnSpLocks noChangeShapeType="1"/>
                <a:endCxn id="78883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7" name="AutoShape 28"/>
              <p:cNvCxnSpPr>
                <a:cxnSpLocks noChangeShapeType="1"/>
                <a:stCxn id="78880" idx="2"/>
                <a:endCxn id="78883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8" name="AutoShape 29"/>
              <p:cNvCxnSpPr>
                <a:cxnSpLocks noChangeShapeType="1"/>
                <a:stCxn id="78876" idx="7"/>
                <a:endCxn id="78880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899" name="AutoShape 30"/>
              <p:cNvCxnSpPr>
                <a:cxnSpLocks noChangeShapeType="1"/>
                <a:stCxn id="78876" idx="6"/>
                <a:endCxn id="78881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900" name="AutoShape 31"/>
              <p:cNvCxnSpPr>
                <a:cxnSpLocks noChangeShapeType="1"/>
                <a:stCxn id="78884" idx="1"/>
                <a:endCxn id="78880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901" name="AutoShape 32"/>
              <p:cNvCxnSpPr>
                <a:cxnSpLocks noChangeShapeType="1"/>
                <a:stCxn id="78874" idx="6"/>
                <a:endCxn id="78881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8856" name="Text Box 33"/>
            <p:cNvSpPr txBox="1">
              <a:spLocks noChangeArrowheads="1"/>
            </p:cNvSpPr>
            <p:nvPr/>
          </p:nvSpPr>
          <p:spPr bwMode="auto">
            <a:xfrm>
              <a:off x="1618" y="1404"/>
              <a:ext cx="17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2</a:t>
              </a:r>
            </a:p>
          </p:txBody>
        </p:sp>
        <p:sp>
          <p:nvSpPr>
            <p:cNvPr id="78857" name="Text Box 34"/>
            <p:cNvSpPr txBox="1">
              <a:spLocks noChangeArrowheads="1"/>
            </p:cNvSpPr>
            <p:nvPr/>
          </p:nvSpPr>
          <p:spPr bwMode="auto">
            <a:xfrm>
              <a:off x="2621" y="2262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9</a:t>
              </a:r>
            </a:p>
          </p:txBody>
        </p:sp>
        <p:sp>
          <p:nvSpPr>
            <p:cNvPr id="78858" name="Text Box 35"/>
            <p:cNvSpPr txBox="1">
              <a:spLocks noChangeArrowheads="1"/>
            </p:cNvSpPr>
            <p:nvPr/>
          </p:nvSpPr>
          <p:spPr bwMode="auto">
            <a:xfrm>
              <a:off x="3972" y="2301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9</a:t>
              </a:r>
            </a:p>
          </p:txBody>
        </p:sp>
        <p:sp>
          <p:nvSpPr>
            <p:cNvPr id="78859" name="Text Box 36"/>
            <p:cNvSpPr txBox="1">
              <a:spLocks noChangeArrowheads="1"/>
            </p:cNvSpPr>
            <p:nvPr/>
          </p:nvSpPr>
          <p:spPr bwMode="auto">
            <a:xfrm>
              <a:off x="2534" y="1833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8</a:t>
              </a:r>
            </a:p>
          </p:txBody>
        </p:sp>
        <p:sp>
          <p:nvSpPr>
            <p:cNvPr id="78860" name="Text Box 37"/>
            <p:cNvSpPr txBox="1">
              <a:spLocks noChangeArrowheads="1"/>
            </p:cNvSpPr>
            <p:nvPr/>
          </p:nvSpPr>
          <p:spPr bwMode="auto">
            <a:xfrm>
              <a:off x="1880" y="1833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1</a:t>
              </a:r>
            </a:p>
          </p:txBody>
        </p:sp>
        <p:sp>
          <p:nvSpPr>
            <p:cNvPr id="78861" name="Text Box 38"/>
            <p:cNvSpPr txBox="1">
              <a:spLocks noChangeArrowheads="1"/>
            </p:cNvSpPr>
            <p:nvPr/>
          </p:nvSpPr>
          <p:spPr bwMode="auto">
            <a:xfrm>
              <a:off x="3623" y="2262"/>
              <a:ext cx="17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1</a:t>
              </a:r>
            </a:p>
          </p:txBody>
        </p:sp>
        <p:sp>
          <p:nvSpPr>
            <p:cNvPr id="78862" name="Text Box 39"/>
            <p:cNvSpPr txBox="1">
              <a:spLocks noChangeArrowheads="1"/>
            </p:cNvSpPr>
            <p:nvPr/>
          </p:nvSpPr>
          <p:spPr bwMode="auto">
            <a:xfrm>
              <a:off x="2664" y="1443"/>
              <a:ext cx="17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2</a:t>
              </a:r>
            </a:p>
          </p:txBody>
        </p:sp>
        <p:sp>
          <p:nvSpPr>
            <p:cNvPr id="78863" name="Text Box 40"/>
            <p:cNvSpPr txBox="1">
              <a:spLocks noChangeArrowheads="1"/>
            </p:cNvSpPr>
            <p:nvPr/>
          </p:nvSpPr>
          <p:spPr bwMode="auto">
            <a:xfrm>
              <a:off x="1531" y="2145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3</a:t>
              </a:r>
            </a:p>
          </p:txBody>
        </p:sp>
        <p:sp>
          <p:nvSpPr>
            <p:cNvPr id="78864" name="Text Box 41"/>
            <p:cNvSpPr txBox="1">
              <a:spLocks noChangeArrowheads="1"/>
            </p:cNvSpPr>
            <p:nvPr/>
          </p:nvSpPr>
          <p:spPr bwMode="auto">
            <a:xfrm>
              <a:off x="4408" y="2535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5</a:t>
              </a:r>
            </a:p>
          </p:txBody>
        </p:sp>
        <p:sp>
          <p:nvSpPr>
            <p:cNvPr id="78865" name="Text Box 42"/>
            <p:cNvSpPr txBox="1">
              <a:spLocks noChangeArrowheads="1"/>
            </p:cNvSpPr>
            <p:nvPr/>
          </p:nvSpPr>
          <p:spPr bwMode="auto">
            <a:xfrm>
              <a:off x="3580" y="2730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3</a:t>
              </a:r>
            </a:p>
          </p:txBody>
        </p:sp>
        <p:sp>
          <p:nvSpPr>
            <p:cNvPr id="78866" name="Text Box 43"/>
            <p:cNvSpPr txBox="1">
              <a:spLocks noChangeArrowheads="1"/>
            </p:cNvSpPr>
            <p:nvPr/>
          </p:nvSpPr>
          <p:spPr bwMode="auto">
            <a:xfrm>
              <a:off x="3057" y="2730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4</a:t>
              </a:r>
            </a:p>
          </p:txBody>
        </p:sp>
        <p:sp>
          <p:nvSpPr>
            <p:cNvPr id="78867" name="Text Box 44"/>
            <p:cNvSpPr txBox="1">
              <a:spLocks noChangeArrowheads="1"/>
            </p:cNvSpPr>
            <p:nvPr/>
          </p:nvSpPr>
          <p:spPr bwMode="auto">
            <a:xfrm>
              <a:off x="2446" y="2535"/>
              <a:ext cx="17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4</a:t>
              </a:r>
            </a:p>
          </p:txBody>
        </p:sp>
        <p:sp>
          <p:nvSpPr>
            <p:cNvPr id="78868" name="Text Box 45"/>
            <p:cNvSpPr txBox="1">
              <a:spLocks noChangeArrowheads="1"/>
            </p:cNvSpPr>
            <p:nvPr/>
          </p:nvSpPr>
          <p:spPr bwMode="auto">
            <a:xfrm>
              <a:off x="2208" y="2784"/>
              <a:ext cx="357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15</a:t>
              </a:r>
            </a:p>
          </p:txBody>
        </p:sp>
        <p:sp>
          <p:nvSpPr>
            <p:cNvPr id="78869" name="Text Box 46"/>
            <p:cNvSpPr txBox="1">
              <a:spLocks noChangeArrowheads="1"/>
            </p:cNvSpPr>
            <p:nvPr/>
          </p:nvSpPr>
          <p:spPr bwMode="auto">
            <a:xfrm>
              <a:off x="1444" y="2574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1</a:t>
              </a:r>
            </a:p>
          </p:txBody>
        </p:sp>
        <p:sp>
          <p:nvSpPr>
            <p:cNvPr id="78870" name="Text Box 47"/>
            <p:cNvSpPr txBox="1">
              <a:spLocks noChangeArrowheads="1"/>
            </p:cNvSpPr>
            <p:nvPr/>
          </p:nvSpPr>
          <p:spPr bwMode="auto">
            <a:xfrm>
              <a:off x="4015" y="1677"/>
              <a:ext cx="17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5</a:t>
              </a:r>
            </a:p>
          </p:txBody>
        </p:sp>
        <p:sp>
          <p:nvSpPr>
            <p:cNvPr id="78871" name="Text Box 48"/>
            <p:cNvSpPr txBox="1">
              <a:spLocks noChangeArrowheads="1"/>
            </p:cNvSpPr>
            <p:nvPr/>
          </p:nvSpPr>
          <p:spPr bwMode="auto">
            <a:xfrm>
              <a:off x="4582" y="1755"/>
              <a:ext cx="17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5</a:t>
              </a:r>
            </a:p>
          </p:txBody>
        </p:sp>
        <p:cxnSp>
          <p:nvCxnSpPr>
            <p:cNvPr id="78872" name="AutoShape 49"/>
            <p:cNvCxnSpPr>
              <a:cxnSpLocks noChangeShapeType="1"/>
            </p:cNvCxnSpPr>
            <p:nvPr/>
          </p:nvCxnSpPr>
          <p:spPr bwMode="auto">
            <a:xfrm flipV="1">
              <a:off x="2960" y="2863"/>
              <a:ext cx="1202" cy="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73" name="Text Box 50"/>
            <p:cNvSpPr txBox="1">
              <a:spLocks noChangeArrowheads="1"/>
            </p:cNvSpPr>
            <p:nvPr/>
          </p:nvSpPr>
          <p:spPr bwMode="auto">
            <a:xfrm>
              <a:off x="2969" y="1989"/>
              <a:ext cx="17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pitchFamily="34" charset="0"/>
                </a:rPr>
                <a:t>2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35416E-35B4-467E-B5FB-76715B5C2682}"/>
              </a:ext>
            </a:extLst>
          </p:cNvPr>
          <p:cNvSpPr txBox="1"/>
          <p:nvPr/>
        </p:nvSpPr>
        <p:spPr>
          <a:xfrm>
            <a:off x="548541" y="1317546"/>
            <a:ext cx="5409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Từ</a:t>
            </a:r>
            <a:r>
              <a:rPr lang="en-US" sz="2400" b="1" dirty="0">
                <a:solidFill>
                  <a:srgbClr val="0070C0"/>
                </a:solidFill>
              </a:rPr>
              <a:t> Start 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 Goal: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đường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đi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như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thế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nào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để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có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chi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phí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thấp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nhất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?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BEAB9-904A-2862-2F0D-9B62870C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8B637F-0EDC-60C9-4D35-BB3940779676}"/>
              </a:ext>
            </a:extLst>
          </p:cNvPr>
          <p:cNvSpPr txBox="1">
            <a:spLocks noChangeArrowheads="1"/>
          </p:cNvSpPr>
          <p:nvPr/>
        </p:nvSpPr>
        <p:spPr>
          <a:xfrm>
            <a:off x="558660" y="2372077"/>
            <a:ext cx="4319540" cy="2636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BFS.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Luôn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node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vừa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node con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thử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Ngược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quay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node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66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6858000" cy="838200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DFS </a:t>
            </a:r>
            <a:r>
              <a:rPr lang="en-US" dirty="0" err="1">
                <a:solidFill>
                  <a:srgbClr val="C00000"/>
                </a:solidFill>
              </a:rPr>
              <a:t>trên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thực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tế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990600"/>
            <a:ext cx="2941638" cy="5562600"/>
          </a:xfrm>
        </p:spPr>
        <p:txBody>
          <a:bodyPr/>
          <a:lstStyle/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b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b a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c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c a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e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e r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e r f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e r f</a:t>
            </a:r>
            <a:r>
              <a:rPr lang="en-US" sz="2400" dirty="0">
                <a:solidFill>
                  <a:srgbClr val="66CCFF"/>
                </a:solidFill>
              </a:rPr>
              <a:t> </a:t>
            </a:r>
            <a:r>
              <a:rPr lang="en-US" sz="2400" i="1" dirty="0">
                <a:solidFill>
                  <a:srgbClr val="66CCFF"/>
                </a:solidFill>
              </a:rPr>
              <a:t>c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e r f</a:t>
            </a:r>
            <a:r>
              <a:rPr lang="en-US" sz="2400" dirty="0">
                <a:solidFill>
                  <a:srgbClr val="66CCFF"/>
                </a:solidFill>
              </a:rPr>
              <a:t> </a:t>
            </a:r>
            <a:r>
              <a:rPr lang="en-US" sz="2400" i="1" dirty="0">
                <a:solidFill>
                  <a:srgbClr val="66CCFF"/>
                </a:solidFill>
              </a:rPr>
              <a:t>c a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</a:rPr>
              <a:t>START </a:t>
            </a:r>
            <a:r>
              <a:rPr lang="en-US" sz="2400" i="1" dirty="0">
                <a:solidFill>
                  <a:srgbClr val="66CCFF"/>
                </a:solidFill>
              </a:rPr>
              <a:t>d e r f</a:t>
            </a:r>
            <a:r>
              <a:rPr lang="en-US" sz="2400" dirty="0">
                <a:solidFill>
                  <a:srgbClr val="66CCFF"/>
                </a:solidFill>
              </a:rPr>
              <a:t> </a:t>
            </a:r>
            <a:r>
              <a:rPr lang="en-US" sz="2400" b="1" dirty="0">
                <a:solidFill>
                  <a:srgbClr val="66CCFF"/>
                </a:solidFill>
              </a:rPr>
              <a:t>goal</a:t>
            </a:r>
            <a:r>
              <a:rPr lang="en-US" sz="2400" dirty="0">
                <a:solidFill>
                  <a:srgbClr val="66CCFF"/>
                </a:solidFill>
              </a:rPr>
              <a:t> </a:t>
            </a:r>
          </a:p>
          <a:p>
            <a:pPr marL="365125" indent="-282575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rgbClr val="66CCFF"/>
                </a:solidFill>
                <a:highlight>
                  <a:srgbClr val="FFFF00"/>
                </a:highlight>
              </a:rPr>
              <a:t>GOAL</a:t>
            </a:r>
          </a:p>
        </p:txBody>
      </p:sp>
      <p:grpSp>
        <p:nvGrpSpPr>
          <p:cNvPr id="88068" name="Group 4"/>
          <p:cNvGrpSpPr>
            <a:grpSpLocks/>
          </p:cNvGrpSpPr>
          <p:nvPr/>
        </p:nvGrpSpPr>
        <p:grpSpPr bwMode="auto">
          <a:xfrm>
            <a:off x="4648200" y="1219200"/>
            <a:ext cx="5715000" cy="3810000"/>
            <a:chOff x="336" y="576"/>
            <a:chExt cx="4848" cy="2784"/>
          </a:xfrm>
        </p:grpSpPr>
        <p:sp>
          <p:nvSpPr>
            <p:cNvPr id="88070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>
                  <a:latin typeface="Arial" pitchFamily="34" charset="0"/>
                </a:rPr>
                <a:t>START</a:t>
              </a:r>
            </a:p>
          </p:txBody>
        </p:sp>
        <p:sp>
          <p:nvSpPr>
            <p:cNvPr id="88071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>
                  <a:latin typeface="Arial" pitchFamily="34" charset="0"/>
                </a:rPr>
                <a:t>GOAL</a:t>
              </a:r>
            </a:p>
          </p:txBody>
        </p:sp>
        <p:sp>
          <p:nvSpPr>
            <p:cNvPr id="88072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d</a:t>
              </a:r>
            </a:p>
          </p:txBody>
        </p:sp>
        <p:sp>
          <p:nvSpPr>
            <p:cNvPr id="88073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b</a:t>
              </a:r>
            </a:p>
          </p:txBody>
        </p:sp>
        <p:sp>
          <p:nvSpPr>
            <p:cNvPr id="88074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p</a:t>
              </a:r>
            </a:p>
          </p:txBody>
        </p:sp>
        <p:sp>
          <p:nvSpPr>
            <p:cNvPr id="88075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q</a:t>
              </a:r>
            </a:p>
          </p:txBody>
        </p:sp>
        <p:sp>
          <p:nvSpPr>
            <p:cNvPr id="88076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c</a:t>
              </a:r>
            </a:p>
          </p:txBody>
        </p:sp>
        <p:sp>
          <p:nvSpPr>
            <p:cNvPr id="88077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e</a:t>
              </a:r>
            </a:p>
          </p:txBody>
        </p:sp>
        <p:sp>
          <p:nvSpPr>
            <p:cNvPr id="88078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h</a:t>
              </a:r>
            </a:p>
          </p:txBody>
        </p:sp>
        <p:sp>
          <p:nvSpPr>
            <p:cNvPr id="88079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a</a:t>
              </a:r>
            </a:p>
          </p:txBody>
        </p:sp>
        <p:sp>
          <p:nvSpPr>
            <p:cNvPr id="88080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f</a:t>
              </a:r>
            </a:p>
          </p:txBody>
        </p:sp>
        <p:sp>
          <p:nvSpPr>
            <p:cNvPr id="88081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i="1">
                  <a:latin typeface="Arial" pitchFamily="34" charset="0"/>
                </a:rPr>
                <a:t>r</a:t>
              </a:r>
            </a:p>
          </p:txBody>
        </p:sp>
        <p:cxnSp>
          <p:nvCxnSpPr>
            <p:cNvPr id="88082" name="AutoShape 17"/>
            <p:cNvCxnSpPr>
              <a:cxnSpLocks noChangeShapeType="1"/>
              <a:stCxn id="88070" idx="5"/>
              <a:endCxn id="88074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83" name="AutoShape 18"/>
            <p:cNvCxnSpPr>
              <a:cxnSpLocks noChangeShapeType="1"/>
              <a:stCxn id="88074" idx="5"/>
              <a:endCxn id="88075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84" name="AutoShape 19"/>
            <p:cNvCxnSpPr>
              <a:cxnSpLocks noChangeShapeType="1"/>
              <a:stCxn id="88078" idx="3"/>
              <a:endCxn id="88075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85" name="AutoShape 20"/>
            <p:cNvCxnSpPr>
              <a:cxnSpLocks noChangeShapeType="1"/>
              <a:stCxn id="88078" idx="2"/>
              <a:endCxn id="88074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86" name="AutoShape 21"/>
            <p:cNvCxnSpPr>
              <a:cxnSpLocks noChangeShapeType="1"/>
              <a:stCxn id="88077" idx="4"/>
              <a:endCxn id="88078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87" name="AutoShape 22"/>
            <p:cNvCxnSpPr>
              <a:cxnSpLocks noChangeShapeType="1"/>
              <a:stCxn id="88077" idx="5"/>
              <a:endCxn id="88081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88" name="AutoShape 23"/>
            <p:cNvCxnSpPr>
              <a:cxnSpLocks noChangeShapeType="1"/>
              <a:stCxn id="88081" idx="0"/>
              <a:endCxn id="88080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89" name="AutoShape 24"/>
            <p:cNvCxnSpPr>
              <a:cxnSpLocks noChangeShapeType="1"/>
              <a:stCxn id="88080" idx="0"/>
              <a:endCxn id="88071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0" name="AutoShape 25"/>
            <p:cNvCxnSpPr>
              <a:cxnSpLocks noChangeShapeType="1"/>
              <a:stCxn id="88070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1" name="AutoShape 26"/>
            <p:cNvCxnSpPr>
              <a:cxnSpLocks noChangeShapeType="1"/>
              <a:stCxn id="88072" idx="1"/>
              <a:endCxn id="88073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2" name="AutoShape 27"/>
            <p:cNvCxnSpPr>
              <a:cxnSpLocks noChangeShapeType="1"/>
              <a:endCxn id="88079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3" name="AutoShape 28"/>
            <p:cNvCxnSpPr>
              <a:cxnSpLocks noChangeShapeType="1"/>
              <a:stCxn id="88076" idx="2"/>
              <a:endCxn id="88079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4" name="AutoShape 29"/>
            <p:cNvCxnSpPr>
              <a:cxnSpLocks noChangeShapeType="1"/>
              <a:stCxn id="88072" idx="7"/>
              <a:endCxn id="88076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5" name="AutoShape 30"/>
            <p:cNvCxnSpPr>
              <a:cxnSpLocks noChangeShapeType="1"/>
              <a:stCxn id="88072" idx="6"/>
              <a:endCxn id="88077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6" name="AutoShape 31"/>
            <p:cNvCxnSpPr>
              <a:cxnSpLocks noChangeShapeType="1"/>
              <a:stCxn id="88080" idx="1"/>
              <a:endCxn id="88076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97" name="AutoShape 32"/>
            <p:cNvCxnSpPr>
              <a:cxnSpLocks noChangeShapeType="1"/>
              <a:stCxn id="88070" idx="6"/>
              <a:endCxn id="88077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88069" name="AutoShape 33"/>
          <p:cNvCxnSpPr>
            <a:cxnSpLocks noChangeShapeType="1"/>
            <a:stCxn id="88075" idx="6"/>
            <a:endCxn id="88081" idx="2"/>
          </p:cNvCxnSpPr>
          <p:nvPr/>
        </p:nvCxnSpPr>
        <p:spPr bwMode="auto">
          <a:xfrm flipV="1">
            <a:off x="7589839" y="4503738"/>
            <a:ext cx="1811337" cy="196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743D813-D4D0-0A86-2247-4E944E21F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8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8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8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868363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C00000"/>
                </a:solidFill>
              </a:rPr>
              <a:t>Duyệt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cây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tìm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kiếm</a:t>
            </a:r>
            <a:r>
              <a:rPr lang="en-US" dirty="0">
                <a:solidFill>
                  <a:srgbClr val="C00000"/>
                </a:solidFill>
              </a:rPr>
              <a:t> DFS</a:t>
            </a:r>
          </a:p>
        </p:txBody>
      </p:sp>
      <p:pic>
        <p:nvPicPr>
          <p:cNvPr id="89091" name="Picture 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633" y="1312016"/>
            <a:ext cx="6629400" cy="485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ext Box 33"/>
          <p:cNvSpPr txBox="1">
            <a:spLocks noChangeArrowheads="1"/>
          </p:cNvSpPr>
          <p:nvPr/>
        </p:nvSpPr>
        <p:spPr bwMode="auto">
          <a:xfrm>
            <a:off x="381000" y="838200"/>
            <a:ext cx="9982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Thứ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tự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mà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trong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đó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các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node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của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cây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tìm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kiếm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được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viếng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?</a:t>
            </a:r>
          </a:p>
        </p:txBody>
      </p:sp>
      <p:cxnSp>
        <p:nvCxnSpPr>
          <p:cNvPr id="39" name="Straight Arrow Connector 38"/>
          <p:cNvCxnSpPr>
            <a:cxnSpLocks/>
          </p:cNvCxnSpPr>
          <p:nvPr/>
        </p:nvCxnSpPr>
        <p:spPr>
          <a:xfrm flipH="1">
            <a:off x="4700588" y="1769136"/>
            <a:ext cx="2005012" cy="440664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495800" y="2378736"/>
            <a:ext cx="0" cy="581472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>
            <a:off x="3429000" y="3142325"/>
            <a:ext cx="0" cy="720111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</p:cNvCxnSpPr>
          <p:nvPr/>
        </p:nvCxnSpPr>
        <p:spPr>
          <a:xfrm flipV="1">
            <a:off x="3513306" y="3142325"/>
            <a:ext cx="830094" cy="760411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flipH="1">
            <a:off x="4343400" y="3216936"/>
            <a:ext cx="153988" cy="516864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4419600" y="3733800"/>
            <a:ext cx="611188" cy="245136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</p:cNvCxnSpPr>
          <p:nvPr/>
        </p:nvCxnSpPr>
        <p:spPr>
          <a:xfrm flipH="1">
            <a:off x="5181600" y="3216936"/>
            <a:ext cx="381000" cy="516864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138738" y="3902736"/>
            <a:ext cx="0" cy="775296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</p:cNvCxnSpPr>
          <p:nvPr/>
        </p:nvCxnSpPr>
        <p:spPr>
          <a:xfrm flipH="1">
            <a:off x="4700588" y="4817136"/>
            <a:ext cx="330200" cy="440664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700588" y="5426736"/>
            <a:ext cx="0" cy="721456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cxnSpLocks/>
          </p:cNvCxnSpPr>
          <p:nvPr/>
        </p:nvCxnSpPr>
        <p:spPr>
          <a:xfrm flipV="1">
            <a:off x="4864894" y="5426736"/>
            <a:ext cx="316706" cy="634488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181600" y="5045736"/>
            <a:ext cx="381000" cy="323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" name="Oval Callout 63"/>
          <p:cNvSpPr/>
          <p:nvPr/>
        </p:nvSpPr>
        <p:spPr>
          <a:xfrm>
            <a:off x="6629400" y="5350536"/>
            <a:ext cx="2667000" cy="710688"/>
          </a:xfrm>
          <a:prstGeom prst="wedgeEllipseCallout">
            <a:avLst>
              <a:gd name="adj1" fmla="val -92541"/>
              <a:gd name="adj2" fmla="val -4822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dừng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5F3CC4-E366-421D-9911-E6F5EC8B83A0}"/>
              </a:ext>
            </a:extLst>
          </p:cNvPr>
          <p:cNvSpPr txBox="1"/>
          <p:nvPr/>
        </p:nvSpPr>
        <p:spPr>
          <a:xfrm>
            <a:off x="3200400" y="3200400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/>
              <a:t>b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DBBC8B1-EAA2-2342-54ED-27D5166D5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3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4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4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4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5"/>
          <p:cNvSpPr>
            <a:spLocks noChangeArrowheads="1"/>
          </p:cNvSpPr>
          <p:nvPr/>
        </p:nvSpPr>
        <p:spPr bwMode="auto">
          <a:xfrm>
            <a:off x="2138364" y="547688"/>
            <a:ext cx="30813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3200" b="1" dirty="0" err="1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Chương</a:t>
            </a:r>
            <a:r>
              <a:rPr lang="en-US" sz="32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 II</a:t>
            </a:r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28800" y="1981200"/>
            <a:ext cx="8534400" cy="24384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sz="3600" dirty="0">
                <a:solidFill>
                  <a:srgbClr val="C00000"/>
                </a:solidFill>
                <a:latin typeface="TimesNewRomanPS-BoldMT"/>
              </a:rPr>
              <a:t>CÁC THUẬT TOÁN TÌM KIẾM LỜI GIẢI </a:t>
            </a:r>
            <a:br>
              <a:rPr lang="en-US" sz="3600" dirty="0">
                <a:solidFill>
                  <a:srgbClr val="C00000"/>
                </a:solidFill>
                <a:latin typeface="TimesNewRomanPS-BoldMT"/>
              </a:rPr>
            </a:br>
            <a:r>
              <a:rPr lang="en-US" sz="3600" dirty="0">
                <a:solidFill>
                  <a:srgbClr val="C00000"/>
                </a:solidFill>
                <a:latin typeface="TimesNewRomanPS-BoldMT"/>
              </a:rPr>
              <a:t>THEO KINH NGHIỆM (HEURISTIC)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endParaRPr lang="en-US" sz="3600" dirty="0">
              <a:solidFill>
                <a:srgbClr val="C00000"/>
              </a:solidFill>
              <a:ea typeface="MS PGothic" pitchFamily="34" charset="-128"/>
            </a:endParaRP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6781800" y="609600"/>
            <a:ext cx="2895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3200" b="1" dirty="0" err="1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Phần</a:t>
            </a:r>
            <a:r>
              <a:rPr lang="en-US" sz="32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B3AA96-EA1B-C6A4-C57A-27746B297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EE5A4C0D-870F-4D7B-89C8-08EA020E143D}" type="slidenum">
              <a:rPr lang="en-US" altLang="en-US" smtClean="0">
                <a:latin typeface="Garamond" pitchFamily="18" charset="0"/>
              </a:rPr>
              <a:pPr eaLnBrk="1" hangingPunct="1"/>
              <a:t>29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14926" y="402215"/>
            <a:ext cx="7467600" cy="762000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C00000"/>
                </a:solidFill>
              </a:rPr>
              <a:t>Nội</a:t>
            </a:r>
            <a:r>
              <a:rPr lang="en-US" dirty="0">
                <a:solidFill>
                  <a:srgbClr val="C00000"/>
                </a:solidFill>
              </a:rPr>
              <a:t> dung</a:t>
            </a:r>
          </a:p>
        </p:txBody>
      </p:sp>
      <p:sp>
        <p:nvSpPr>
          <p:cNvPr id="92166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143000" y="1426585"/>
            <a:ext cx="10439400" cy="4648200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Heuristic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toán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(TSP – Travelling Salesman Problem)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minimax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2EB4DD-FF38-0B4B-BADA-76F3A943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31D0-2C4E-4EF8-A1D5-6DA23314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HÀM HEURISTIC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C388BD-A5AF-4696-AECA-DCF9A0FB406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14400" y="1600200"/>
            <a:ext cx="10439400" cy="293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</a:pPr>
            <a:r>
              <a:rPr lang="vi-VN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 Heuristic là gì?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Heuristic là những tri thức được rút tỉa từ những kinh nghiệm, “trực giác” của con người. </a:t>
            </a: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Heuristic có thể là những tri thức “đúng” hay “sai”.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5F12D-9AE4-452B-8558-2DB76BD7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665B535A-D382-4416-A167-C3DB383E50B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8A32FF-0AC8-AA2F-06CD-87B7656FF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05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9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1524000"/>
            <a:ext cx="8686800" cy="2438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dirty="0">
                <a:solidFill>
                  <a:srgbClr val="C00000"/>
                </a:solidFill>
              </a:rPr>
              <a:t>CÁC THUẬT TOÁN TÌM KIẾM TỐI ƯU</a:t>
            </a:r>
          </a:p>
        </p:txBody>
      </p:sp>
      <p:sp>
        <p:nvSpPr>
          <p:cNvPr id="931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156056F7-BDFD-4BAE-AD20-E66ED2D2BFB3}" type="slidenum">
              <a:rPr lang="en-US" altLang="en-US" smtClean="0">
                <a:latin typeface="Garamond" pitchFamily="18" charset="0"/>
              </a:rPr>
              <a:pPr eaLnBrk="1" hangingPunct="1"/>
              <a:t>31</a:t>
            </a:fld>
            <a:endParaRPr lang="en-US" altLang="en-US">
              <a:latin typeface="Garamond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CB5F3-D897-AE79-997E-F7E13FBEF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3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900" y="119898"/>
            <a:ext cx="8458200" cy="914400"/>
          </a:xfrm>
        </p:spPr>
        <p:txBody>
          <a:bodyPr/>
          <a:lstStyle/>
          <a:p>
            <a:pPr eaLnBrk="1" hangingPunct="1"/>
            <a:r>
              <a:rPr lang="en-US" sz="4200" dirty="0">
                <a:solidFill>
                  <a:srgbClr val="0070C0"/>
                </a:solidFill>
              </a:rPr>
              <a:t>A</a:t>
            </a:r>
            <a:r>
              <a:rPr lang="en-US" sz="4200" baseline="30000" dirty="0">
                <a:solidFill>
                  <a:srgbClr val="0070C0"/>
                </a:solidFill>
              </a:rPr>
              <a:t>T</a:t>
            </a:r>
            <a:r>
              <a:rPr lang="en-US" sz="4200" dirty="0">
                <a:solidFill>
                  <a:srgbClr val="0070C0"/>
                </a:solidFill>
              </a:rPr>
              <a:t> (Algorithm for Tree Search)</a:t>
            </a:r>
          </a:p>
        </p:txBody>
      </p:sp>
      <p:sp>
        <p:nvSpPr>
          <p:cNvPr id="942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732902F9-D647-4CF7-847D-2101F2400B95}" type="slidenum">
              <a:rPr lang="en-US" altLang="en-US" smtClean="0">
                <a:latin typeface="Garamond" pitchFamily="18" charset="0"/>
              </a:rPr>
              <a:pPr eaLnBrk="1" hangingPunct="1"/>
              <a:t>32</a:t>
            </a:fld>
            <a:endParaRPr lang="en-US" altLang="en-US">
              <a:latin typeface="Garamond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03CC93-0CC7-A569-FCFC-B0A742316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5FC470-105E-AC38-5664-D6558F036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417" y="973726"/>
            <a:ext cx="8918983" cy="516506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7286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066800"/>
            <a:ext cx="8229600" cy="685800"/>
          </a:xfrm>
        </p:spPr>
        <p:txBody>
          <a:bodyPr/>
          <a:lstStyle/>
          <a:p>
            <a:pPr eaLnBrk="1" hangingPunct="1"/>
            <a:r>
              <a:rPr lang="en-US" dirty="0"/>
              <a:t>Cho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</a:p>
        </p:txBody>
      </p:sp>
      <p:sp>
        <p:nvSpPr>
          <p:cNvPr id="9728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231455CC-2A45-4903-AA04-61A09F861C80}" type="slidenum">
              <a:rPr lang="en-US" altLang="en-US" smtClean="0">
                <a:latin typeface="Garamond" pitchFamily="18" charset="0"/>
              </a:rPr>
              <a:pPr eaLnBrk="1" hangingPunct="1"/>
              <a:t>33</a:t>
            </a:fld>
            <a:endParaRPr lang="en-US" altLang="en-US">
              <a:latin typeface="Garamond" pitchFamily="18" charset="0"/>
            </a:endParaRPr>
          </a:p>
        </p:txBody>
      </p:sp>
      <p:grpSp>
        <p:nvGrpSpPr>
          <p:cNvPr id="97287" name="Group 45"/>
          <p:cNvGrpSpPr>
            <a:grpSpLocks/>
          </p:cNvGrpSpPr>
          <p:nvPr/>
        </p:nvGrpSpPr>
        <p:grpSpPr bwMode="auto">
          <a:xfrm>
            <a:off x="2667000" y="1752600"/>
            <a:ext cx="6324600" cy="3657600"/>
            <a:chOff x="240" y="1344"/>
            <a:chExt cx="5040" cy="2469"/>
          </a:xfrm>
        </p:grpSpPr>
        <p:sp>
          <p:nvSpPr>
            <p:cNvPr id="97289" name="Oval 4"/>
            <p:cNvSpPr>
              <a:spLocks noChangeArrowheads="1"/>
            </p:cNvSpPr>
            <p:nvPr/>
          </p:nvSpPr>
          <p:spPr bwMode="auto">
            <a:xfrm>
              <a:off x="2592" y="134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97290" name="Oval 5"/>
            <p:cNvSpPr>
              <a:spLocks noChangeArrowheads="1"/>
            </p:cNvSpPr>
            <p:nvPr/>
          </p:nvSpPr>
          <p:spPr bwMode="auto">
            <a:xfrm>
              <a:off x="86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97291" name="Oval 6"/>
            <p:cNvSpPr>
              <a:spLocks noChangeArrowheads="1"/>
            </p:cNvSpPr>
            <p:nvPr/>
          </p:nvSpPr>
          <p:spPr bwMode="auto">
            <a:xfrm>
              <a:off x="2544" y="19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97292" name="Oval 7"/>
            <p:cNvSpPr>
              <a:spLocks noChangeArrowheads="1"/>
            </p:cNvSpPr>
            <p:nvPr/>
          </p:nvSpPr>
          <p:spPr bwMode="auto">
            <a:xfrm>
              <a:off x="4176" y="19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97293" name="Oval 8"/>
            <p:cNvSpPr>
              <a:spLocks noChangeArrowheads="1"/>
            </p:cNvSpPr>
            <p:nvPr/>
          </p:nvSpPr>
          <p:spPr bwMode="auto">
            <a:xfrm>
              <a:off x="4848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97294" name="Oval 9"/>
            <p:cNvSpPr>
              <a:spLocks noChangeArrowheads="1"/>
            </p:cNvSpPr>
            <p:nvPr/>
          </p:nvSpPr>
          <p:spPr bwMode="auto">
            <a:xfrm>
              <a:off x="3744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J</a:t>
              </a:r>
            </a:p>
          </p:txBody>
        </p:sp>
        <p:sp>
          <p:nvSpPr>
            <p:cNvPr id="97295" name="Oval 10"/>
            <p:cNvSpPr>
              <a:spLocks noChangeArrowheads="1"/>
            </p:cNvSpPr>
            <p:nvPr/>
          </p:nvSpPr>
          <p:spPr bwMode="auto">
            <a:xfrm>
              <a:off x="2592" y="278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97296" name="Oval 11"/>
            <p:cNvSpPr>
              <a:spLocks noChangeArrowheads="1"/>
            </p:cNvSpPr>
            <p:nvPr/>
          </p:nvSpPr>
          <p:spPr bwMode="auto">
            <a:xfrm>
              <a:off x="1248" y="273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97297" name="Oval 12"/>
            <p:cNvSpPr>
              <a:spLocks noChangeArrowheads="1"/>
            </p:cNvSpPr>
            <p:nvPr/>
          </p:nvSpPr>
          <p:spPr bwMode="auto">
            <a:xfrm>
              <a:off x="240" y="268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97298" name="Rectangle 13"/>
            <p:cNvSpPr>
              <a:spLocks noChangeArrowheads="1"/>
            </p:cNvSpPr>
            <p:nvPr/>
          </p:nvSpPr>
          <p:spPr bwMode="auto">
            <a:xfrm>
              <a:off x="1536" y="350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97299" name="Rectangle 14"/>
            <p:cNvSpPr>
              <a:spLocks noChangeArrowheads="1"/>
            </p:cNvSpPr>
            <p:nvPr/>
          </p:nvSpPr>
          <p:spPr bwMode="auto">
            <a:xfrm>
              <a:off x="2640" y="350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97300" name="Rectangle 16"/>
            <p:cNvSpPr>
              <a:spLocks noChangeArrowheads="1"/>
            </p:cNvSpPr>
            <p:nvPr/>
          </p:nvSpPr>
          <p:spPr bwMode="auto">
            <a:xfrm>
              <a:off x="4944" y="3525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S</a:t>
              </a:r>
            </a:p>
          </p:txBody>
        </p:sp>
        <p:sp>
          <p:nvSpPr>
            <p:cNvPr id="97301" name="Oval 17"/>
            <p:cNvSpPr>
              <a:spLocks noChangeArrowheads="1"/>
            </p:cNvSpPr>
            <p:nvPr/>
          </p:nvSpPr>
          <p:spPr bwMode="auto">
            <a:xfrm>
              <a:off x="3792" y="35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97302" name="Line 20"/>
            <p:cNvSpPr>
              <a:spLocks noChangeShapeType="1"/>
            </p:cNvSpPr>
            <p:nvPr/>
          </p:nvSpPr>
          <p:spPr bwMode="auto">
            <a:xfrm>
              <a:off x="2880" y="1584"/>
              <a:ext cx="129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3" name="Line 21"/>
            <p:cNvSpPr>
              <a:spLocks noChangeShapeType="1"/>
            </p:cNvSpPr>
            <p:nvPr/>
          </p:nvSpPr>
          <p:spPr bwMode="auto">
            <a:xfrm>
              <a:off x="4464" y="2208"/>
              <a:ext cx="52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4" name="Line 22"/>
            <p:cNvSpPr>
              <a:spLocks noChangeShapeType="1"/>
            </p:cNvSpPr>
            <p:nvPr/>
          </p:nvSpPr>
          <p:spPr bwMode="auto">
            <a:xfrm flipH="1">
              <a:off x="3936" y="2256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5" name="Line 23"/>
            <p:cNvSpPr>
              <a:spLocks noChangeShapeType="1"/>
            </p:cNvSpPr>
            <p:nvPr/>
          </p:nvSpPr>
          <p:spPr bwMode="auto">
            <a:xfrm>
              <a:off x="2688" y="225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6" name="Line 24"/>
            <p:cNvSpPr>
              <a:spLocks noChangeShapeType="1"/>
            </p:cNvSpPr>
            <p:nvPr/>
          </p:nvSpPr>
          <p:spPr bwMode="auto">
            <a:xfrm>
              <a:off x="1056" y="2160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7" name="Line 25"/>
            <p:cNvSpPr>
              <a:spLocks noChangeShapeType="1"/>
            </p:cNvSpPr>
            <p:nvPr/>
          </p:nvSpPr>
          <p:spPr bwMode="auto">
            <a:xfrm flipH="1">
              <a:off x="432" y="2112"/>
              <a:ext cx="48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8" name="Line 26"/>
            <p:cNvSpPr>
              <a:spLocks noChangeShapeType="1"/>
            </p:cNvSpPr>
            <p:nvPr/>
          </p:nvSpPr>
          <p:spPr bwMode="auto">
            <a:xfrm flipH="1">
              <a:off x="1104" y="1536"/>
              <a:ext cx="14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9" name="Line 28"/>
            <p:cNvSpPr>
              <a:spLocks noChangeShapeType="1"/>
            </p:cNvSpPr>
            <p:nvPr/>
          </p:nvSpPr>
          <p:spPr bwMode="auto">
            <a:xfrm>
              <a:off x="2688" y="163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0" name="Line 29"/>
            <p:cNvSpPr>
              <a:spLocks noChangeShapeType="1"/>
            </p:cNvSpPr>
            <p:nvPr/>
          </p:nvSpPr>
          <p:spPr bwMode="auto">
            <a:xfrm>
              <a:off x="1440" y="3024"/>
              <a:ext cx="24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1" name="Line 30"/>
            <p:cNvSpPr>
              <a:spLocks noChangeShapeType="1"/>
            </p:cNvSpPr>
            <p:nvPr/>
          </p:nvSpPr>
          <p:spPr bwMode="auto">
            <a:xfrm flipH="1">
              <a:off x="2688" y="3072"/>
              <a:ext cx="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2" name="Line 31"/>
            <p:cNvSpPr>
              <a:spLocks noChangeShapeType="1"/>
            </p:cNvSpPr>
            <p:nvPr/>
          </p:nvSpPr>
          <p:spPr bwMode="auto">
            <a:xfrm>
              <a:off x="3888" y="312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3" name="Line 32"/>
            <p:cNvSpPr>
              <a:spLocks noChangeShapeType="1"/>
            </p:cNvSpPr>
            <p:nvPr/>
          </p:nvSpPr>
          <p:spPr bwMode="auto">
            <a:xfrm>
              <a:off x="5040" y="312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4" name="Text Box 33"/>
            <p:cNvSpPr txBox="1">
              <a:spLocks noChangeArrowheads="1"/>
            </p:cNvSpPr>
            <p:nvPr/>
          </p:nvSpPr>
          <p:spPr bwMode="auto">
            <a:xfrm>
              <a:off x="1583" y="1440"/>
              <a:ext cx="24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97315" name="Text Box 34"/>
            <p:cNvSpPr txBox="1">
              <a:spLocks noChangeArrowheads="1"/>
            </p:cNvSpPr>
            <p:nvPr/>
          </p:nvSpPr>
          <p:spPr bwMode="auto">
            <a:xfrm>
              <a:off x="2736" y="1728"/>
              <a:ext cx="240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97316" name="Text Box 35"/>
            <p:cNvSpPr txBox="1">
              <a:spLocks noChangeArrowheads="1"/>
            </p:cNvSpPr>
            <p:nvPr/>
          </p:nvSpPr>
          <p:spPr bwMode="auto">
            <a:xfrm>
              <a:off x="3552" y="1584"/>
              <a:ext cx="24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97317" name="Text Box 36"/>
            <p:cNvSpPr txBox="1">
              <a:spLocks noChangeArrowheads="1"/>
            </p:cNvSpPr>
            <p:nvPr/>
          </p:nvSpPr>
          <p:spPr bwMode="auto">
            <a:xfrm>
              <a:off x="4704" y="2256"/>
              <a:ext cx="239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97318" name="Text Box 37"/>
            <p:cNvSpPr txBox="1">
              <a:spLocks noChangeArrowheads="1"/>
            </p:cNvSpPr>
            <p:nvPr/>
          </p:nvSpPr>
          <p:spPr bwMode="auto">
            <a:xfrm>
              <a:off x="3744" y="2400"/>
              <a:ext cx="241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97319" name="Text Box 38"/>
            <p:cNvSpPr txBox="1">
              <a:spLocks noChangeArrowheads="1"/>
            </p:cNvSpPr>
            <p:nvPr/>
          </p:nvSpPr>
          <p:spPr bwMode="auto">
            <a:xfrm>
              <a:off x="2688" y="2448"/>
              <a:ext cx="240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97320" name="Text Box 39"/>
            <p:cNvSpPr txBox="1">
              <a:spLocks noChangeArrowheads="1"/>
            </p:cNvSpPr>
            <p:nvPr/>
          </p:nvSpPr>
          <p:spPr bwMode="auto">
            <a:xfrm>
              <a:off x="1344" y="2304"/>
              <a:ext cx="23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97321" name="Text Box 40"/>
            <p:cNvSpPr txBox="1">
              <a:spLocks noChangeArrowheads="1"/>
            </p:cNvSpPr>
            <p:nvPr/>
          </p:nvSpPr>
          <p:spPr bwMode="auto">
            <a:xfrm>
              <a:off x="671" y="2400"/>
              <a:ext cx="241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97322" name="Text Box 41"/>
            <p:cNvSpPr txBox="1">
              <a:spLocks noChangeArrowheads="1"/>
            </p:cNvSpPr>
            <p:nvPr/>
          </p:nvSpPr>
          <p:spPr bwMode="auto">
            <a:xfrm>
              <a:off x="1296" y="3120"/>
              <a:ext cx="239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97323" name="Text Box 42"/>
            <p:cNvSpPr txBox="1">
              <a:spLocks noChangeArrowheads="1"/>
            </p:cNvSpPr>
            <p:nvPr/>
          </p:nvSpPr>
          <p:spPr bwMode="auto">
            <a:xfrm>
              <a:off x="2448" y="3216"/>
              <a:ext cx="24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97324" name="Text Box 43"/>
            <p:cNvSpPr txBox="1">
              <a:spLocks noChangeArrowheads="1"/>
            </p:cNvSpPr>
            <p:nvPr/>
          </p:nvSpPr>
          <p:spPr bwMode="auto">
            <a:xfrm>
              <a:off x="3696" y="3216"/>
              <a:ext cx="24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97325" name="Text Box 44"/>
            <p:cNvSpPr txBox="1">
              <a:spLocks noChangeArrowheads="1"/>
            </p:cNvSpPr>
            <p:nvPr/>
          </p:nvSpPr>
          <p:spPr bwMode="auto">
            <a:xfrm>
              <a:off x="4849" y="3216"/>
              <a:ext cx="23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</p:grpSp>
      <p:sp>
        <p:nvSpPr>
          <p:cNvPr id="97288" name="Rectangle 46"/>
          <p:cNvSpPr>
            <a:spLocks noChangeArrowheads="1"/>
          </p:cNvSpPr>
          <p:nvPr/>
        </p:nvSpPr>
        <p:spPr bwMode="auto">
          <a:xfrm>
            <a:off x="1905000" y="55626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200" dirty="0" err="1">
                <a:latin typeface="Arial" pitchFamily="34" charset="0"/>
              </a:rPr>
              <a:t>Tìm</a:t>
            </a:r>
            <a:r>
              <a:rPr lang="en-US" sz="3200" dirty="0">
                <a:latin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</a:rPr>
              <a:t>đường</a:t>
            </a:r>
            <a:r>
              <a:rPr lang="en-US" sz="3200" dirty="0">
                <a:latin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</a:rPr>
              <a:t>đi</a:t>
            </a:r>
            <a:r>
              <a:rPr lang="en-US" sz="3200" dirty="0">
                <a:latin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</a:rPr>
              <a:t>ngắn</a:t>
            </a:r>
            <a:r>
              <a:rPr lang="en-US" sz="3200" dirty="0">
                <a:latin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</a:rPr>
              <a:t>nhất</a:t>
            </a:r>
            <a:r>
              <a:rPr lang="en-US" sz="3200" dirty="0">
                <a:latin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</a:rPr>
              <a:t>từ</a:t>
            </a:r>
            <a:r>
              <a:rPr lang="en-US" sz="3200" dirty="0">
                <a:latin typeface="Arial" pitchFamily="34" charset="0"/>
              </a:rPr>
              <a:t> A </a:t>
            </a:r>
            <a:r>
              <a:rPr lang="en-US" sz="3200" dirty="0">
                <a:latin typeface="Arial" pitchFamily="34" charset="0"/>
                <a:sym typeface="Symbol" pitchFamily="18" charset="2"/>
              </a:rPr>
              <a:t></a:t>
            </a:r>
            <a:r>
              <a:rPr lang="en-US" sz="3200" dirty="0">
                <a:latin typeface="Arial" pitchFamily="34" charset="0"/>
              </a:rPr>
              <a:t> 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E53B8F-39CB-535D-FD03-9D8FFEA8B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0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  <a:noFill/>
        </p:spPr>
        <p:txBody>
          <a:bodyPr/>
          <a:lstStyle/>
          <a:p>
            <a:pPr algn="l"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830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2078500"/>
            <a:ext cx="3429000" cy="71114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B1: </a:t>
            </a:r>
            <a:r>
              <a:rPr lang="en-US" sz="2800" dirty="0" err="1">
                <a:solidFill>
                  <a:srgbClr val="66CCFF"/>
                </a:solidFill>
              </a:rPr>
              <a:t>mở</a:t>
            </a:r>
            <a:r>
              <a:rPr lang="en-US" sz="2800" dirty="0">
                <a:solidFill>
                  <a:srgbClr val="66CCFF"/>
                </a:solidFill>
              </a:rPr>
              <a:t> A				</a:t>
            </a:r>
          </a:p>
        </p:txBody>
      </p:sp>
      <p:sp>
        <p:nvSpPr>
          <p:cNvPr id="9830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C2A86626-11BD-40D4-824E-15A3B7BFC4B0}" type="slidenum">
              <a:rPr lang="en-US" altLang="en-US" smtClean="0">
                <a:latin typeface="Garamond" pitchFamily="18" charset="0"/>
              </a:rPr>
              <a:pPr eaLnBrk="1" hangingPunct="1"/>
              <a:t>34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D8BAB0-0F4E-40CD-A2B5-B8FAAB50030D}"/>
              </a:ext>
            </a:extLst>
          </p:cNvPr>
          <p:cNvSpPr txBox="1"/>
          <p:nvPr/>
        </p:nvSpPr>
        <p:spPr>
          <a:xfrm>
            <a:off x="6553200" y="2713441"/>
            <a:ext cx="381000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6CCFF"/>
                </a:solidFill>
              </a:rPr>
              <a:t>g(B) = g(A) + 2 = 2; g(C) = 1(min); </a:t>
            </a:r>
          </a:p>
          <a:p>
            <a:r>
              <a:rPr lang="en-US" sz="2800">
                <a:solidFill>
                  <a:srgbClr val="66CCFF"/>
                </a:solidFill>
              </a:rPr>
              <a:t>g(D) =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42A38-9124-4958-939E-F94653A743B9}"/>
              </a:ext>
            </a:extLst>
          </p:cNvPr>
          <p:cNvSpPr txBox="1"/>
          <p:nvPr/>
        </p:nvSpPr>
        <p:spPr>
          <a:xfrm>
            <a:off x="6559550" y="4161240"/>
            <a:ext cx="380365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6CCFF"/>
                </a:solidFill>
                <a:sym typeface="Symbol" pitchFamily="18" charset="2"/>
              </a:rPr>
              <a:t>g(H) = 1+4 =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A382B-9163-4355-BA37-CEEECFEB21F4}"/>
              </a:ext>
            </a:extLst>
          </p:cNvPr>
          <p:cNvSpPr txBox="1"/>
          <p:nvPr/>
        </p:nvSpPr>
        <p:spPr>
          <a:xfrm>
            <a:off x="6553200" y="2128666"/>
            <a:ext cx="381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CCFF"/>
                </a:solidFill>
                <a:sym typeface="Wingdings" panose="05000000000000000000" pitchFamily="2" charset="2"/>
              </a:rPr>
              <a:t> 	</a:t>
            </a:r>
            <a:r>
              <a:rPr lang="en-US" sz="2400" dirty="0">
                <a:solidFill>
                  <a:srgbClr val="66CCFF"/>
                </a:solidFill>
              </a:rPr>
              <a:t>g(A) = 0;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FB74B-8EAD-4CF3-A1DC-07220BEADBA3}"/>
              </a:ext>
            </a:extLst>
          </p:cNvPr>
          <p:cNvSpPr txBox="1"/>
          <p:nvPr/>
        </p:nvSpPr>
        <p:spPr>
          <a:xfrm>
            <a:off x="1981200" y="2702980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B2: n=A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8F0B2-B15F-4F50-A7AE-90C8905EA5BC}"/>
              </a:ext>
            </a:extLst>
          </p:cNvPr>
          <p:cNvSpPr txBox="1"/>
          <p:nvPr/>
        </p:nvSpPr>
        <p:spPr>
          <a:xfrm>
            <a:off x="1974850" y="3180820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CCFF"/>
                </a:solidFill>
              </a:rPr>
              <a:t>B3: </a:t>
            </a:r>
            <a:r>
              <a:rPr lang="en-US" sz="2800" dirty="0" err="1">
                <a:solidFill>
                  <a:srgbClr val="66CCFF"/>
                </a:solidFill>
              </a:rPr>
              <a:t>đóng</a:t>
            </a:r>
            <a:r>
              <a:rPr lang="en-US" sz="2800" dirty="0">
                <a:solidFill>
                  <a:srgbClr val="66CCFF"/>
                </a:solidFill>
              </a:rPr>
              <a:t> A </a:t>
            </a:r>
            <a:r>
              <a:rPr lang="en-US" sz="2800" dirty="0" err="1">
                <a:solidFill>
                  <a:srgbClr val="66CCFF"/>
                </a:solidFill>
              </a:rPr>
              <a:t>mở</a:t>
            </a:r>
            <a:r>
              <a:rPr lang="en-US" sz="2800" dirty="0">
                <a:solidFill>
                  <a:srgbClr val="66CCFF"/>
                </a:solidFill>
              </a:rPr>
              <a:t> B, C, D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 </a:t>
            </a:r>
            <a:r>
              <a:rPr lang="en-US" sz="2800" dirty="0">
                <a:solidFill>
                  <a:srgbClr val="66CCFF"/>
                </a:solidFill>
              </a:rPr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07C88D-0F02-47EA-837D-3757589B145F}"/>
              </a:ext>
            </a:extLst>
          </p:cNvPr>
          <p:cNvCxnSpPr/>
          <p:nvPr/>
        </p:nvCxnSpPr>
        <p:spPr>
          <a:xfrm>
            <a:off x="7315200" y="2408640"/>
            <a:ext cx="1828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DFDE05-FD96-4AD9-9657-D5AABB206BDC}"/>
              </a:ext>
            </a:extLst>
          </p:cNvPr>
          <p:cNvSpPr txBox="1"/>
          <p:nvPr/>
        </p:nvSpPr>
        <p:spPr>
          <a:xfrm>
            <a:off x="1962150" y="3648200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B4  B2: n =C;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02E4E2-C5CB-4663-AF3B-0F664A745980}"/>
              </a:ext>
            </a:extLst>
          </p:cNvPr>
          <p:cNvSpPr txBox="1"/>
          <p:nvPr/>
        </p:nvSpPr>
        <p:spPr>
          <a:xfrm>
            <a:off x="1962150" y="4209389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B3: </a:t>
            </a:r>
            <a:r>
              <a:rPr lang="en-US" sz="2800" dirty="0" err="1">
                <a:solidFill>
                  <a:srgbClr val="66CCFF"/>
                </a:solidFill>
                <a:sym typeface="Symbol" pitchFamily="18" charset="2"/>
              </a:rPr>
              <a:t>đóng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 C </a:t>
            </a:r>
            <a:r>
              <a:rPr lang="en-US" sz="2800" dirty="0" err="1">
                <a:solidFill>
                  <a:srgbClr val="66CCFF"/>
                </a:solidFill>
                <a:sym typeface="Symbol" pitchFamily="18" charset="2"/>
              </a:rPr>
              <a:t>mở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 H; </a:t>
            </a:r>
            <a:endParaRPr lang="en-US" sz="2800" dirty="0">
              <a:solidFill>
                <a:srgbClr val="66CC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4DEDE7-0270-4D3C-B795-71E9B6106BB2}"/>
              </a:ext>
            </a:extLst>
          </p:cNvPr>
          <p:cNvCxnSpPr>
            <a:cxnSpLocks/>
          </p:cNvCxnSpPr>
          <p:nvPr/>
        </p:nvCxnSpPr>
        <p:spPr>
          <a:xfrm>
            <a:off x="6559550" y="3475440"/>
            <a:ext cx="31940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DACE118-A580-4CF0-B4F2-378941680484}"/>
              </a:ext>
            </a:extLst>
          </p:cNvPr>
          <p:cNvSpPr txBox="1"/>
          <p:nvPr/>
        </p:nvSpPr>
        <p:spPr>
          <a:xfrm>
            <a:off x="9067801" y="3149026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0092"/>
                </a:solidFill>
                <a:sym typeface="Wingdings" panose="05000000000000000000" pitchFamily="2" charset="2"/>
              </a:rPr>
              <a:t></a:t>
            </a:r>
            <a:endParaRPr lang="en-US" sz="3200">
              <a:solidFill>
                <a:srgbClr val="00009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59409E-764C-4ED9-8F6B-EA337C44A6DE}"/>
              </a:ext>
            </a:extLst>
          </p:cNvPr>
          <p:cNvSpPr txBox="1"/>
          <p:nvPr/>
        </p:nvSpPr>
        <p:spPr>
          <a:xfrm>
            <a:off x="1962150" y="4814603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B4 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 B2: n=B;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6305-ADBB-403E-A19F-15AF56572759}"/>
              </a:ext>
            </a:extLst>
          </p:cNvPr>
          <p:cNvSpPr txBox="1"/>
          <p:nvPr/>
        </p:nvSpPr>
        <p:spPr>
          <a:xfrm>
            <a:off x="1981200" y="5419817"/>
            <a:ext cx="4578350" cy="53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B3: </a:t>
            </a:r>
            <a:r>
              <a:rPr lang="en-US" sz="2800" dirty="0" err="1">
                <a:solidFill>
                  <a:srgbClr val="66CCFF"/>
                </a:solidFill>
              </a:rPr>
              <a:t>đóng</a:t>
            </a:r>
            <a:r>
              <a:rPr lang="en-US" sz="2800" dirty="0">
                <a:solidFill>
                  <a:srgbClr val="66CCFF"/>
                </a:solidFill>
              </a:rPr>
              <a:t> B </a:t>
            </a:r>
            <a:r>
              <a:rPr lang="en-US" sz="2800" dirty="0" err="1">
                <a:solidFill>
                  <a:srgbClr val="66CCFF"/>
                </a:solidFill>
              </a:rPr>
              <a:t>mở</a:t>
            </a:r>
            <a:r>
              <a:rPr lang="en-US" sz="2800" dirty="0">
                <a:solidFill>
                  <a:srgbClr val="66CCFF"/>
                </a:solidFill>
              </a:rPr>
              <a:t> E, F 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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4BC81-A97D-4C66-8AB3-E1B09DB23821}"/>
              </a:ext>
            </a:extLst>
          </p:cNvPr>
          <p:cNvSpPr txBox="1"/>
          <p:nvPr/>
        </p:nvSpPr>
        <p:spPr>
          <a:xfrm>
            <a:off x="6559550" y="4883335"/>
            <a:ext cx="3803650" cy="1005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66CCFF"/>
                </a:solidFill>
              </a:rPr>
              <a:t>g(E) = 2+5 =7;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66CCFF"/>
                </a:solidFill>
              </a:rPr>
              <a:t>g(F) = 3;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5D532-C538-4EF6-8FCB-F7CFA2C4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416" y="85653"/>
            <a:ext cx="3543568" cy="196378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BEBFD9-D123-4328-995E-0A53E6B07435}"/>
              </a:ext>
            </a:extLst>
          </p:cNvPr>
          <p:cNvCxnSpPr>
            <a:cxnSpLocks/>
          </p:cNvCxnSpPr>
          <p:nvPr/>
        </p:nvCxnSpPr>
        <p:spPr>
          <a:xfrm>
            <a:off x="6667501" y="3048000"/>
            <a:ext cx="34076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1983683-7B48-4500-B90B-1D5D6BC71402}"/>
              </a:ext>
            </a:extLst>
          </p:cNvPr>
          <p:cNvSpPr txBox="1"/>
          <p:nvPr/>
        </p:nvSpPr>
        <p:spPr>
          <a:xfrm>
            <a:off x="8077201" y="5339814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0092"/>
                </a:solidFill>
                <a:sym typeface="Wingdings" panose="05000000000000000000" pitchFamily="2" charset="2"/>
              </a:rPr>
              <a:t></a:t>
            </a:r>
            <a:endParaRPr lang="en-US" sz="3200">
              <a:solidFill>
                <a:srgbClr val="00009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9CF89E-8350-4D0C-8B9C-97945EEF9B68}"/>
              </a:ext>
            </a:extLst>
          </p:cNvPr>
          <p:cNvSpPr txBox="1"/>
          <p:nvPr/>
        </p:nvSpPr>
        <p:spPr>
          <a:xfrm>
            <a:off x="9556751" y="2702981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0092"/>
                </a:solidFill>
                <a:sym typeface="Wingdings" panose="05000000000000000000" pitchFamily="2" charset="2"/>
              </a:rPr>
              <a:t></a:t>
            </a:r>
            <a:endParaRPr lang="en-US" sz="3200">
              <a:solidFill>
                <a:srgbClr val="00009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14C69D-6BDA-41F5-91CC-A477B7D01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884" y="92736"/>
            <a:ext cx="3429000" cy="198576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329766A-77AA-4B7F-9C4E-40CF9FA1840A}"/>
              </a:ext>
            </a:extLst>
          </p:cNvPr>
          <p:cNvSpPr txBox="1"/>
          <p:nvPr/>
        </p:nvSpPr>
        <p:spPr>
          <a:xfrm>
            <a:off x="1676400" y="1535578"/>
            <a:ext cx="3048000" cy="293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sz="1200" dirty="0" err="1">
                <a:solidFill>
                  <a:srgbClr val="FF0000"/>
                </a:solidFill>
                <a:latin typeface="Arial" pitchFamily="34" charset="0"/>
              </a:rPr>
              <a:t>Tìm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itchFamily="34" charset="0"/>
              </a:rPr>
              <a:t>đường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itchFamily="34" charset="0"/>
              </a:rPr>
              <a:t>đi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itchFamily="34" charset="0"/>
              </a:rPr>
              <a:t>ngắn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itchFamily="34" charset="0"/>
              </a:rPr>
              <a:t>nhất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itchFamily="34" charset="0"/>
              </a:rPr>
              <a:t>từ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 A 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</a:t>
            </a: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 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BED0D-B9BF-737F-D4CE-6C819343F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8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 build="p"/>
      <p:bldP spid="2" grpId="0" animBg="1"/>
      <p:bldP spid="7" grpId="0" animBg="1"/>
      <p:bldP spid="8" grpId="0" animBg="1"/>
      <p:bldP spid="10" grpId="0"/>
      <p:bldP spid="12" grpId="0"/>
      <p:bldP spid="16" grpId="0"/>
      <p:bldP spid="18" grpId="0"/>
      <p:bldP spid="15" grpId="0"/>
      <p:bldP spid="25" grpId="0"/>
      <p:bldP spid="27" grpId="0"/>
      <p:bldP spid="28" grpId="0" animBg="1"/>
      <p:bldP spid="23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0" name="Rectangle 4"/>
          <p:cNvSpPr>
            <a:spLocks noGrp="1" noChangeArrowheads="1"/>
          </p:cNvSpPr>
          <p:nvPr>
            <p:ph type="title"/>
          </p:nvPr>
        </p:nvSpPr>
        <p:spPr>
          <a:xfrm>
            <a:off x="1806924" y="0"/>
            <a:ext cx="8229600" cy="838200"/>
          </a:xfrm>
          <a:noFill/>
        </p:spPr>
        <p:txBody>
          <a:bodyPr/>
          <a:lstStyle/>
          <a:p>
            <a:pPr algn="l" eaLnBrk="1" hangingPunct="1"/>
            <a:r>
              <a:rPr lang="en-US"/>
              <a:t>Ví dụ</a:t>
            </a:r>
          </a:p>
        </p:txBody>
      </p:sp>
      <p:sp>
        <p:nvSpPr>
          <p:cNvPr id="9830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2078500"/>
            <a:ext cx="3429000" cy="71114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B4 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 B2</a:t>
            </a:r>
            <a:r>
              <a:rPr lang="en-US" sz="2800" dirty="0">
                <a:solidFill>
                  <a:srgbClr val="66CCFF"/>
                </a:solidFill>
              </a:rPr>
              <a:t>: n=F				</a:t>
            </a:r>
          </a:p>
        </p:txBody>
      </p:sp>
      <p:sp>
        <p:nvSpPr>
          <p:cNvPr id="9830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C2A86626-11BD-40D4-824E-15A3B7BFC4B0}" type="slidenum">
              <a:rPr lang="en-US" altLang="en-US" smtClean="0">
                <a:latin typeface="Garamond" pitchFamily="18" charset="0"/>
              </a:rPr>
              <a:pPr eaLnBrk="1" hangingPunct="1"/>
              <a:t>35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D8BAB0-0F4E-40CD-A2B5-B8FAAB50030D}"/>
              </a:ext>
            </a:extLst>
          </p:cNvPr>
          <p:cNvSpPr txBox="1"/>
          <p:nvPr/>
        </p:nvSpPr>
        <p:spPr>
          <a:xfrm>
            <a:off x="6540500" y="3299741"/>
            <a:ext cx="38100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6CCFF"/>
                </a:solidFill>
              </a:rPr>
              <a:t>g(J) = 5</a:t>
            </a:r>
          </a:p>
          <a:p>
            <a:r>
              <a:rPr lang="en-US" sz="2800">
                <a:solidFill>
                  <a:srgbClr val="66CCFF"/>
                </a:solidFill>
              </a:rPr>
              <a:t>g(K) = 6;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42A38-9124-4958-939E-F94653A743B9}"/>
              </a:ext>
            </a:extLst>
          </p:cNvPr>
          <p:cNvSpPr txBox="1"/>
          <p:nvPr/>
        </p:nvSpPr>
        <p:spPr>
          <a:xfrm>
            <a:off x="6572250" y="4553175"/>
            <a:ext cx="380365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6CCFF"/>
                </a:solidFill>
                <a:sym typeface="Symbol" pitchFamily="18" charset="2"/>
              </a:rPr>
              <a:t>g(I) =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A382B-9163-4355-BA37-CEEECFEB21F4}"/>
              </a:ext>
            </a:extLst>
          </p:cNvPr>
          <p:cNvSpPr txBox="1"/>
          <p:nvPr/>
        </p:nvSpPr>
        <p:spPr>
          <a:xfrm>
            <a:off x="6553200" y="2662536"/>
            <a:ext cx="3810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CCFF"/>
                </a:solidFill>
                <a:sym typeface="Wingdings" panose="05000000000000000000" pitchFamily="2" charset="2"/>
              </a:rPr>
              <a:t> 	</a:t>
            </a:r>
            <a:r>
              <a:rPr lang="en-US" sz="2400" dirty="0">
                <a:solidFill>
                  <a:srgbClr val="66CCFF"/>
                </a:solidFill>
              </a:rPr>
              <a:t>g(G) =9;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8F0B2-B15F-4F50-A7AE-90C8905EA5BC}"/>
              </a:ext>
            </a:extLst>
          </p:cNvPr>
          <p:cNvSpPr txBox="1"/>
          <p:nvPr/>
        </p:nvSpPr>
        <p:spPr>
          <a:xfrm>
            <a:off x="1990771" y="2460982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CCFF"/>
                </a:solidFill>
              </a:rPr>
              <a:t>B3: </a:t>
            </a:r>
            <a:r>
              <a:rPr lang="en-US" sz="2800" dirty="0" err="1">
                <a:solidFill>
                  <a:srgbClr val="66CCFF"/>
                </a:solidFill>
              </a:rPr>
              <a:t>đóng</a:t>
            </a:r>
            <a:r>
              <a:rPr lang="en-US" sz="2800" dirty="0">
                <a:solidFill>
                  <a:srgbClr val="66CCFF"/>
                </a:solidFill>
              </a:rPr>
              <a:t> F </a:t>
            </a:r>
            <a:r>
              <a:rPr lang="en-US" sz="2800" dirty="0" err="1">
                <a:solidFill>
                  <a:srgbClr val="66CCFF"/>
                </a:solidFill>
              </a:rPr>
              <a:t>mở</a:t>
            </a:r>
            <a:r>
              <a:rPr lang="en-US" sz="2800" dirty="0">
                <a:solidFill>
                  <a:srgbClr val="66CCFF"/>
                </a:solidFill>
              </a:rPr>
              <a:t> 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FDE05-FD96-4AD9-9657-D5AABB206BDC}"/>
              </a:ext>
            </a:extLst>
          </p:cNvPr>
          <p:cNvSpPr txBox="1"/>
          <p:nvPr/>
        </p:nvSpPr>
        <p:spPr>
          <a:xfrm>
            <a:off x="1981200" y="3002622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B4  B2: n =D;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02E4E2-C5CB-4663-AF3B-0F664A745980}"/>
              </a:ext>
            </a:extLst>
          </p:cNvPr>
          <p:cNvSpPr txBox="1"/>
          <p:nvPr/>
        </p:nvSpPr>
        <p:spPr>
          <a:xfrm>
            <a:off x="1974850" y="3560636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B3: </a:t>
            </a:r>
            <a:r>
              <a:rPr lang="en-US" sz="2800" dirty="0" err="1">
                <a:solidFill>
                  <a:srgbClr val="66CCFF"/>
                </a:solidFill>
                <a:sym typeface="Symbol" pitchFamily="18" charset="2"/>
              </a:rPr>
              <a:t>đóng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 D </a:t>
            </a:r>
            <a:r>
              <a:rPr lang="en-US" sz="2800" dirty="0" err="1">
                <a:solidFill>
                  <a:srgbClr val="66CCFF"/>
                </a:solidFill>
                <a:sym typeface="Symbol" pitchFamily="18" charset="2"/>
              </a:rPr>
              <a:t>mở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 J, K; </a:t>
            </a:r>
            <a:endParaRPr lang="en-US" sz="2800" dirty="0">
              <a:solidFill>
                <a:srgbClr val="66CC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59409E-764C-4ED9-8F6B-EA337C44A6DE}"/>
              </a:ext>
            </a:extLst>
          </p:cNvPr>
          <p:cNvSpPr txBox="1"/>
          <p:nvPr/>
        </p:nvSpPr>
        <p:spPr>
          <a:xfrm>
            <a:off x="1981200" y="4065351"/>
            <a:ext cx="4578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B4 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 B2: n=H;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6305-ADBB-403E-A19F-15AF56572759}"/>
              </a:ext>
            </a:extLst>
          </p:cNvPr>
          <p:cNvSpPr txBox="1"/>
          <p:nvPr/>
        </p:nvSpPr>
        <p:spPr>
          <a:xfrm>
            <a:off x="1990771" y="4596588"/>
            <a:ext cx="4578350" cy="53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B3: </a:t>
            </a:r>
            <a:r>
              <a:rPr lang="en-US" sz="2800" dirty="0" err="1">
                <a:solidFill>
                  <a:srgbClr val="66CCFF"/>
                </a:solidFill>
              </a:rPr>
              <a:t>đóng</a:t>
            </a:r>
            <a:r>
              <a:rPr lang="en-US" sz="2800" dirty="0">
                <a:solidFill>
                  <a:srgbClr val="66CCFF"/>
                </a:solidFill>
              </a:rPr>
              <a:t> H </a:t>
            </a:r>
            <a:r>
              <a:rPr lang="en-US" sz="2800" dirty="0" err="1">
                <a:solidFill>
                  <a:srgbClr val="66CCFF"/>
                </a:solidFill>
              </a:rPr>
              <a:t>mở</a:t>
            </a:r>
            <a:r>
              <a:rPr lang="en-US" sz="2800" dirty="0">
                <a:solidFill>
                  <a:srgbClr val="66CCFF"/>
                </a:solidFill>
              </a:rPr>
              <a:t> I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4BC81-A97D-4C66-8AB3-E1B09DB23821}"/>
              </a:ext>
            </a:extLst>
          </p:cNvPr>
          <p:cNvSpPr txBox="1"/>
          <p:nvPr/>
        </p:nvSpPr>
        <p:spPr>
          <a:xfrm>
            <a:off x="6546850" y="5367326"/>
            <a:ext cx="3803650" cy="531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>
                <a:solidFill>
                  <a:srgbClr val="66CCFF"/>
                </a:solidFill>
              </a:rPr>
              <a:t>g(L) = 8;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5D532-C538-4EF6-8FCB-F7CFA2C4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532" y="-16807"/>
            <a:ext cx="3543568" cy="1963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EDCCC1-E901-406E-92E2-8571A84BC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438" y="0"/>
            <a:ext cx="2041525" cy="2008276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30959E-E73E-4235-AB95-91A905A14E7A}"/>
              </a:ext>
            </a:extLst>
          </p:cNvPr>
          <p:cNvCxnSpPr>
            <a:cxnSpLocks/>
          </p:cNvCxnSpPr>
          <p:nvPr/>
        </p:nvCxnSpPr>
        <p:spPr>
          <a:xfrm>
            <a:off x="4389438" y="1905000"/>
            <a:ext cx="19351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AC67B2-F5DB-44CC-ABB5-C48662BF1A86}"/>
              </a:ext>
            </a:extLst>
          </p:cNvPr>
          <p:cNvCxnSpPr>
            <a:cxnSpLocks/>
          </p:cNvCxnSpPr>
          <p:nvPr/>
        </p:nvCxnSpPr>
        <p:spPr>
          <a:xfrm>
            <a:off x="4442618" y="958734"/>
            <a:ext cx="19351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9F6A682-4E25-4233-8EF8-57D7685B1640}"/>
              </a:ext>
            </a:extLst>
          </p:cNvPr>
          <p:cNvSpPr txBox="1"/>
          <p:nvPr/>
        </p:nvSpPr>
        <p:spPr>
          <a:xfrm>
            <a:off x="5867400" y="10589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000092"/>
                </a:solidFill>
                <a:sym typeface="Wingdings" panose="05000000000000000000" pitchFamily="2" charset="2"/>
              </a:rPr>
              <a:t></a:t>
            </a:r>
            <a:endParaRPr lang="en-US" sz="2000">
              <a:solidFill>
                <a:srgbClr val="000092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82F4B9-D946-453C-ABD7-26D5B3A633BE}"/>
              </a:ext>
            </a:extLst>
          </p:cNvPr>
          <p:cNvCxnSpPr>
            <a:cxnSpLocks/>
          </p:cNvCxnSpPr>
          <p:nvPr/>
        </p:nvCxnSpPr>
        <p:spPr>
          <a:xfrm>
            <a:off x="4442618" y="1259005"/>
            <a:ext cx="19351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>
            <a:extLst>
              <a:ext uri="{FF2B5EF4-FFF2-40B4-BE49-F238E27FC236}">
                <a16:creationId xmlns:a16="http://schemas.microsoft.com/office/drawing/2014/main" id="{3FBB35EB-8554-4BDA-B3C7-AB146FF4E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788" y="5062006"/>
            <a:ext cx="3429000" cy="53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5028"/>
              </a:buClr>
              <a:buChar char="o"/>
              <a:defRPr sz="3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800" kern="0" dirty="0">
                <a:solidFill>
                  <a:srgbClr val="66CCFF"/>
                </a:solidFill>
              </a:rPr>
              <a:t>B4 </a:t>
            </a:r>
            <a:r>
              <a:rPr lang="en-US" sz="2800" kern="0" dirty="0">
                <a:solidFill>
                  <a:srgbClr val="66CCFF"/>
                </a:solidFill>
                <a:sym typeface="Wingdings" panose="05000000000000000000" pitchFamily="2" charset="2"/>
              </a:rPr>
              <a:t> B2</a:t>
            </a:r>
            <a:r>
              <a:rPr lang="en-US" sz="2800" kern="0" dirty="0">
                <a:solidFill>
                  <a:srgbClr val="66CCFF"/>
                </a:solidFill>
              </a:rPr>
              <a:t>: n=J				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5FC61D-4CC9-4C74-B634-84B93AB18C88}"/>
              </a:ext>
            </a:extLst>
          </p:cNvPr>
          <p:cNvSpPr txBox="1"/>
          <p:nvPr/>
        </p:nvSpPr>
        <p:spPr>
          <a:xfrm>
            <a:off x="7802125" y="3301426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0092"/>
                </a:solidFill>
                <a:sym typeface="Wingdings" panose="05000000000000000000" pitchFamily="2" charset="2"/>
              </a:rPr>
              <a:t></a:t>
            </a:r>
            <a:endParaRPr lang="en-US" sz="3200">
              <a:solidFill>
                <a:srgbClr val="00009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887C44-7C9C-4854-B198-5D39E0FBC9AB}"/>
              </a:ext>
            </a:extLst>
          </p:cNvPr>
          <p:cNvSpPr txBox="1"/>
          <p:nvPr/>
        </p:nvSpPr>
        <p:spPr>
          <a:xfrm>
            <a:off x="1958788" y="5489634"/>
            <a:ext cx="4578350" cy="53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B3: </a:t>
            </a:r>
            <a:r>
              <a:rPr lang="en-US" sz="2800" dirty="0" err="1">
                <a:solidFill>
                  <a:srgbClr val="66CCFF"/>
                </a:solidFill>
              </a:rPr>
              <a:t>đóng</a:t>
            </a:r>
            <a:r>
              <a:rPr lang="en-US" sz="2800" dirty="0">
                <a:solidFill>
                  <a:srgbClr val="66CCFF"/>
                </a:solidFill>
              </a:rPr>
              <a:t> J </a:t>
            </a:r>
            <a:r>
              <a:rPr lang="en-US" sz="2800" dirty="0" err="1">
                <a:solidFill>
                  <a:srgbClr val="66CCFF"/>
                </a:solidFill>
              </a:rPr>
              <a:t>mở</a:t>
            </a:r>
            <a:r>
              <a:rPr lang="en-US" sz="2800" dirty="0">
                <a:solidFill>
                  <a:srgbClr val="66CCFF"/>
                </a:solidFill>
              </a:rPr>
              <a:t> L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F89614-DEB4-4A6F-8476-5F7D21A26529}"/>
              </a:ext>
            </a:extLst>
          </p:cNvPr>
          <p:cNvSpPr txBox="1"/>
          <p:nvPr/>
        </p:nvSpPr>
        <p:spPr>
          <a:xfrm>
            <a:off x="5462944" y="685212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000092"/>
                </a:solidFill>
                <a:sym typeface="Wingdings" panose="05000000000000000000" pitchFamily="2" charset="2"/>
              </a:rPr>
              <a:t></a:t>
            </a:r>
            <a:endParaRPr lang="en-US" sz="2400">
              <a:solidFill>
                <a:srgbClr val="000092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A5E8E03-8D2A-4361-BDAD-E06BB1CDB9F0}"/>
              </a:ext>
            </a:extLst>
          </p:cNvPr>
          <p:cNvCxnSpPr>
            <a:cxnSpLocks/>
          </p:cNvCxnSpPr>
          <p:nvPr/>
        </p:nvCxnSpPr>
        <p:spPr>
          <a:xfrm>
            <a:off x="6553201" y="3581400"/>
            <a:ext cx="19351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CD082131-BFC5-4921-A914-C15ADAA62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037" y="799337"/>
            <a:ext cx="2239525" cy="129692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12183C-B351-A813-D179-2A63B76AA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 build="p"/>
      <p:bldP spid="2" grpId="0" animBg="1"/>
      <p:bldP spid="7" grpId="0" animBg="1"/>
      <p:bldP spid="8" grpId="0" animBg="1"/>
      <p:bldP spid="12" grpId="0"/>
      <p:bldP spid="16" grpId="0"/>
      <p:bldP spid="18" grpId="0"/>
      <p:bldP spid="25" grpId="0"/>
      <p:bldP spid="27" grpId="0"/>
      <p:bldP spid="28" grpId="0" animBg="1"/>
      <p:bldP spid="30" grpId="0"/>
      <p:bldP spid="32" grpId="0" build="p"/>
      <p:bldP spid="33" grpId="0"/>
      <p:bldP spid="34" grpId="0"/>
      <p:bldP spid="3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0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  <a:noFill/>
        </p:spPr>
        <p:txBody>
          <a:bodyPr/>
          <a:lstStyle/>
          <a:p>
            <a:pPr algn="l" eaLnBrk="1" hangingPunct="1"/>
            <a:r>
              <a:rPr lang="en-US"/>
              <a:t>Ví dụ</a:t>
            </a:r>
          </a:p>
        </p:txBody>
      </p:sp>
      <p:sp>
        <p:nvSpPr>
          <p:cNvPr id="9830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C2A86626-11BD-40D4-824E-15A3B7BFC4B0}" type="slidenum">
              <a:rPr lang="en-US" altLang="en-US" smtClean="0">
                <a:latin typeface="Garamond" pitchFamily="18" charset="0"/>
              </a:rPr>
              <a:pPr eaLnBrk="1" hangingPunct="1"/>
              <a:t>36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42A38-9124-4958-939E-F94653A743B9}"/>
              </a:ext>
            </a:extLst>
          </p:cNvPr>
          <p:cNvSpPr txBox="1"/>
          <p:nvPr/>
        </p:nvSpPr>
        <p:spPr>
          <a:xfrm>
            <a:off x="6781800" y="4487231"/>
            <a:ext cx="1890316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2800">
                <a:solidFill>
                  <a:schemeClr val="bg1"/>
                </a:solidFill>
                <a:sym typeface="Symbol" pitchFamily="18" charset="2"/>
              </a:rPr>
              <a:t>S là đích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6305-ADBB-403E-A19F-15AF56572759}"/>
              </a:ext>
            </a:extLst>
          </p:cNvPr>
          <p:cNvSpPr txBox="1"/>
          <p:nvPr/>
        </p:nvSpPr>
        <p:spPr>
          <a:xfrm>
            <a:off x="2033350" y="4434049"/>
            <a:ext cx="4578350" cy="53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B3: </a:t>
            </a:r>
            <a:r>
              <a:rPr lang="en-US" sz="2800" dirty="0" err="1">
                <a:solidFill>
                  <a:srgbClr val="66CCFF"/>
                </a:solidFill>
              </a:rPr>
              <a:t>đóng</a:t>
            </a:r>
            <a:r>
              <a:rPr lang="en-US" sz="2800" dirty="0">
                <a:solidFill>
                  <a:srgbClr val="66CCFF"/>
                </a:solidFill>
              </a:rPr>
              <a:t> K </a:t>
            </a:r>
            <a:r>
              <a:rPr lang="en-US" sz="2800" dirty="0" err="1">
                <a:solidFill>
                  <a:srgbClr val="66CCFF"/>
                </a:solidFill>
              </a:rPr>
              <a:t>mở</a:t>
            </a:r>
            <a:r>
              <a:rPr lang="en-US" sz="2800" dirty="0">
                <a:solidFill>
                  <a:srgbClr val="66CCFF"/>
                </a:solidFill>
              </a:rPr>
              <a:t> S; g(S)=7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5D532-C538-4EF6-8FCB-F7CFA2C4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532" y="-16807"/>
            <a:ext cx="3543568" cy="1963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EB2E68-E861-41DD-9177-3213C5E2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436" y="2061301"/>
            <a:ext cx="2036365" cy="182879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C34E100-8CCC-4807-B2DA-D636A995C8EB}"/>
              </a:ext>
            </a:extLst>
          </p:cNvPr>
          <p:cNvSpPr txBox="1"/>
          <p:nvPr/>
        </p:nvSpPr>
        <p:spPr>
          <a:xfrm>
            <a:off x="2009377" y="3800858"/>
            <a:ext cx="4578350" cy="53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66CCFF"/>
                </a:solidFill>
              </a:rPr>
              <a:t>B4 </a:t>
            </a:r>
            <a:r>
              <a:rPr lang="en-US" sz="2800" dirty="0">
                <a:solidFill>
                  <a:srgbClr val="66CCFF"/>
                </a:solidFill>
                <a:sym typeface="Wingdings" panose="05000000000000000000" pitchFamily="2" charset="2"/>
              </a:rPr>
              <a:t> B2: n=K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709568-7323-4C03-832D-1C5B0A06BC2A}"/>
              </a:ext>
            </a:extLst>
          </p:cNvPr>
          <p:cNvSpPr txBox="1"/>
          <p:nvPr/>
        </p:nvSpPr>
        <p:spPr>
          <a:xfrm>
            <a:off x="5256220" y="258633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000092"/>
                </a:solidFill>
                <a:sym typeface="Wingdings" panose="05000000000000000000" pitchFamily="2" charset="2"/>
              </a:rPr>
              <a:t></a:t>
            </a:r>
            <a:endParaRPr lang="en-US" sz="2400">
              <a:solidFill>
                <a:srgbClr val="000092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55F3763-FB17-45B1-AA67-455A0A9FF7E1}"/>
              </a:ext>
            </a:extLst>
          </p:cNvPr>
          <p:cNvCxnSpPr>
            <a:cxnSpLocks/>
          </p:cNvCxnSpPr>
          <p:nvPr/>
        </p:nvCxnSpPr>
        <p:spPr>
          <a:xfrm>
            <a:off x="4288639" y="2819400"/>
            <a:ext cx="19351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8839AA0-D6F1-45A6-981C-8D00E2A63B4C}"/>
              </a:ext>
            </a:extLst>
          </p:cNvPr>
          <p:cNvSpPr txBox="1"/>
          <p:nvPr/>
        </p:nvSpPr>
        <p:spPr>
          <a:xfrm>
            <a:off x="2009377" y="5211928"/>
            <a:ext cx="4578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400" dirty="0" err="1">
                <a:solidFill>
                  <a:srgbClr val="66CCFF"/>
                </a:solidFill>
                <a:sym typeface="Symbol" pitchFamily="18" charset="2"/>
              </a:rPr>
              <a:t>Vậy</a:t>
            </a:r>
            <a:r>
              <a:rPr lang="en-US" sz="2400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sz="2400" dirty="0" err="1">
                <a:solidFill>
                  <a:srgbClr val="66CCFF"/>
                </a:solidFill>
                <a:sym typeface="Symbol" pitchFamily="18" charset="2"/>
              </a:rPr>
              <a:t>đường</a:t>
            </a:r>
            <a:r>
              <a:rPr lang="en-US" sz="2400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sz="2400" dirty="0" err="1">
                <a:solidFill>
                  <a:srgbClr val="66CCFF"/>
                </a:solidFill>
                <a:sym typeface="Symbol" pitchFamily="18" charset="2"/>
              </a:rPr>
              <a:t>đi</a:t>
            </a:r>
            <a:r>
              <a:rPr lang="en-US" sz="2400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sz="2400" dirty="0" err="1">
                <a:solidFill>
                  <a:srgbClr val="66CCFF"/>
                </a:solidFill>
                <a:sym typeface="Symbol" pitchFamily="18" charset="2"/>
              </a:rPr>
              <a:t>từ</a:t>
            </a:r>
            <a:r>
              <a:rPr lang="en-US" sz="2400" dirty="0">
                <a:solidFill>
                  <a:srgbClr val="66CCFF"/>
                </a:solidFill>
                <a:sym typeface="Symbol" pitchFamily="18" charset="2"/>
              </a:rPr>
              <a:t> A   </a:t>
            </a:r>
            <a:r>
              <a:rPr lang="en-US" sz="2400" dirty="0" err="1">
                <a:solidFill>
                  <a:srgbClr val="66CCFF"/>
                </a:solidFill>
                <a:sym typeface="Symbol" pitchFamily="18" charset="2"/>
              </a:rPr>
              <a:t>đích</a:t>
            </a:r>
            <a:r>
              <a:rPr lang="en-US" sz="2400" dirty="0">
                <a:solidFill>
                  <a:srgbClr val="66CCFF"/>
                </a:solidFill>
                <a:sym typeface="Symbol" pitchFamily="18" charset="2"/>
              </a:rPr>
              <a:t> (S) </a:t>
            </a:r>
            <a:r>
              <a:rPr lang="en-US" sz="2400" dirty="0" err="1">
                <a:solidFill>
                  <a:srgbClr val="66CCFF"/>
                </a:solidFill>
                <a:sym typeface="Symbol" pitchFamily="18" charset="2"/>
              </a:rPr>
              <a:t>là</a:t>
            </a:r>
            <a:r>
              <a:rPr lang="en-US" sz="2400" dirty="0">
                <a:solidFill>
                  <a:srgbClr val="66CCFF"/>
                </a:solidFill>
                <a:sym typeface="Symbol" pitchFamily="18" charset="2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A  D  K  S </a:t>
            </a:r>
            <a:r>
              <a:rPr lang="en-US" sz="2400" b="1" dirty="0" err="1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với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 chi </a:t>
            </a:r>
            <a:r>
              <a:rPr lang="en-US" sz="2400" b="1" dirty="0" err="1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phí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là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 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1ABD95-C32F-49B1-98E6-1A756923D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990" y="64784"/>
            <a:ext cx="2030811" cy="19926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D1E982-5B1C-473B-BBC0-6DFD7BF82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586" y="2076449"/>
            <a:ext cx="3391042" cy="196378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0E89BD-7FE6-5ED8-6C16-84A701A49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24C83362-991D-5BE7-D135-7671DA99B9C5}"/>
              </a:ext>
            </a:extLst>
          </p:cNvPr>
          <p:cNvSpPr txBox="1">
            <a:spLocks noChangeArrowheads="1"/>
          </p:cNvSpPr>
          <p:nvPr/>
        </p:nvSpPr>
        <p:spPr>
          <a:xfrm>
            <a:off x="7924800" y="5126194"/>
            <a:ext cx="3809999" cy="1219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30000"/>
              </a:lnSpc>
              <a:spcAft>
                <a:spcPts val="0"/>
              </a:spcAft>
            </a:pPr>
            <a:r>
              <a:rPr lang="en-US" dirty="0" err="1">
                <a:solidFill>
                  <a:srgbClr val="C00000"/>
                </a:solidFill>
              </a:rPr>
              <a:t>Kết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thúc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buổi</a:t>
            </a:r>
            <a:r>
              <a:rPr lang="en-US" dirty="0">
                <a:solidFill>
                  <a:srgbClr val="C00000"/>
                </a:solidFill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94949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7" grpId="0"/>
      <p:bldP spid="35" grpId="0"/>
      <p:bldP spid="36" grpId="0"/>
      <p:bldP spid="38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36FF-314D-1AD6-9B5E-ECB80734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FB95B-FD35-9E93-E402-47E573B1A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E3F22-5259-C30A-B509-5484221A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2586-E908-4415-AF12-973749808417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C8460-88CD-17B4-AFFA-A85B284D4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447800"/>
            <a:ext cx="5791200" cy="458925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9F58235-93D9-86E0-906F-DC98D52E3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0" y="1773238"/>
            <a:ext cx="4915557" cy="416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510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Thuật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A</a:t>
            </a:r>
            <a:r>
              <a:rPr lang="en-US" baseline="30000" dirty="0">
                <a:solidFill>
                  <a:srgbClr val="0070C0"/>
                </a:solidFill>
              </a:rPr>
              <a:t>KT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288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6387C2C6-5963-48B5-AABE-77EC8E4E2645}" type="slidenum">
              <a:rPr lang="en-US" altLang="en-US" smtClean="0">
                <a:latin typeface="Garamond" pitchFamily="18" charset="0"/>
              </a:rPr>
              <a:pPr eaLnBrk="1" hangingPunct="1"/>
              <a:t>38</a:t>
            </a:fld>
            <a:endParaRPr lang="en-US" altLang="en-US">
              <a:latin typeface="Garamond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E0E040-6B45-F4BD-2C94-35AF7996B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D5DE8A-84DA-14C9-1C8C-09AF5360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99" y="901700"/>
            <a:ext cx="8644375" cy="530540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549913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minh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họa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698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pPr eaLnBrk="1" hangingPunct="1"/>
            <a:r>
              <a:rPr lang="en-US" dirty="0" err="1"/>
              <a:t>Tháp</a:t>
            </a:r>
            <a:r>
              <a:rPr lang="en-US" dirty="0"/>
              <a:t> Hà </a:t>
            </a:r>
            <a:r>
              <a:rPr lang="en-US" dirty="0" err="1"/>
              <a:t>nội</a:t>
            </a:r>
            <a:endParaRPr lang="en-US" dirty="0"/>
          </a:p>
          <a:p>
            <a:pPr eaLnBrk="1" hangingPunct="1"/>
            <a:r>
              <a:rPr lang="en-US" dirty="0" err="1"/>
              <a:t>Taci</a:t>
            </a:r>
            <a:endParaRPr lang="en-US" dirty="0"/>
          </a:p>
          <a:p>
            <a:pPr eaLnBrk="1" hangingPunct="1"/>
            <a:r>
              <a:rPr lang="en-US" dirty="0" err="1"/>
              <a:t>Đong</a:t>
            </a:r>
            <a:r>
              <a:rPr lang="en-US" dirty="0"/>
              <a:t> </a:t>
            </a:r>
            <a:r>
              <a:rPr lang="en-US" dirty="0" err="1"/>
              <a:t>sữa</a:t>
            </a:r>
            <a:endParaRPr lang="en-US" dirty="0"/>
          </a:p>
        </p:txBody>
      </p:sp>
      <p:sp>
        <p:nvSpPr>
          <p:cNvPr id="12698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6C9AEFF0-E0CE-4805-92C8-BFA6B9A8CC60}" type="slidenum">
              <a:rPr lang="en-US" altLang="en-US" smtClean="0">
                <a:latin typeface="Garamond" pitchFamily="18" charset="0"/>
              </a:rPr>
              <a:pPr eaLnBrk="1" hangingPunct="1"/>
              <a:t>39</a:t>
            </a:fld>
            <a:endParaRPr lang="en-US" altLang="en-US">
              <a:latin typeface="Garamond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26287B-DCA7-021E-6096-0BAAF878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7924800" cy="792163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Tháp</a:t>
            </a:r>
            <a:r>
              <a:rPr lang="en-US" dirty="0">
                <a:solidFill>
                  <a:srgbClr val="0070C0"/>
                </a:solidFill>
              </a:rPr>
              <a:t> Hà </a:t>
            </a:r>
            <a:r>
              <a:rPr lang="en-US" dirty="0" err="1">
                <a:solidFill>
                  <a:srgbClr val="0070C0"/>
                </a:solidFill>
              </a:rPr>
              <a:t>Nội</a:t>
            </a: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895600" y="2492375"/>
            <a:ext cx="2514600" cy="1066800"/>
            <a:chOff x="838200" y="2372360"/>
            <a:chExt cx="2514600" cy="1066800"/>
          </a:xfrm>
        </p:grpSpPr>
        <p:sp>
          <p:nvSpPr>
            <p:cNvPr id="6" name="Oval 5"/>
            <p:cNvSpPr/>
            <p:nvPr/>
          </p:nvSpPr>
          <p:spPr>
            <a:xfrm>
              <a:off x="838200" y="2981960"/>
              <a:ext cx="25146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1066800" y="2829560"/>
              <a:ext cx="2057400" cy="4572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1204913" y="2677160"/>
              <a:ext cx="1828800" cy="381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371600" y="2524760"/>
              <a:ext cx="1447800" cy="3048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600200" y="2448560"/>
              <a:ext cx="990600" cy="2286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801813" y="2372360"/>
              <a:ext cx="609600" cy="15240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15" name="Straight Connector 14"/>
          <p:cNvCxnSpPr/>
          <p:nvPr/>
        </p:nvCxnSpPr>
        <p:spPr>
          <a:xfrm rot="5400000">
            <a:off x="6144419" y="2796381"/>
            <a:ext cx="15240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8325644" y="2845594"/>
            <a:ext cx="15240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833171"/>
              </p:ext>
            </p:extLst>
          </p:nvPr>
        </p:nvGraphicFramePr>
        <p:xfrm>
          <a:off x="2895600" y="3559176"/>
          <a:ext cx="7467600" cy="530225"/>
        </p:xfrm>
        <a:graphic>
          <a:graphicData uri="http://schemas.openxmlformats.org/drawingml/2006/table">
            <a:tbl>
              <a:tblPr/>
              <a:tblGrid>
                <a:gridCol w="746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 rot="5400000">
            <a:off x="3872707" y="2242345"/>
            <a:ext cx="6096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1973264" y="3403977"/>
            <a:ext cx="89058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9600" b="1">
                <a:solidFill>
                  <a:srgbClr val="FF0000"/>
                </a:solidFill>
                <a:latin typeface="Arial" pitchFamily="34" charset="0"/>
              </a:rPr>
              <a:t>?</a:t>
            </a:r>
            <a:endParaRPr lang="en-US" sz="1200" b="1">
              <a:solidFill>
                <a:srgbClr val="FF0000"/>
              </a:solidFill>
              <a:latin typeface="Arial" pitchFamily="34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3415507" y="2764632"/>
            <a:ext cx="15240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2922588" y="500063"/>
            <a:ext cx="2514600" cy="1066800"/>
            <a:chOff x="838200" y="2372360"/>
            <a:chExt cx="2514600" cy="1066800"/>
          </a:xfrm>
        </p:grpSpPr>
        <p:sp>
          <p:nvSpPr>
            <p:cNvPr id="34" name="Oval 33"/>
            <p:cNvSpPr/>
            <p:nvPr/>
          </p:nvSpPr>
          <p:spPr>
            <a:xfrm>
              <a:off x="838200" y="2981960"/>
              <a:ext cx="25146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1066800" y="2829560"/>
              <a:ext cx="2057400" cy="4572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1204912" y="2677160"/>
              <a:ext cx="1828800" cy="381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1371600" y="2524760"/>
              <a:ext cx="1447800" cy="3048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1600200" y="2448560"/>
              <a:ext cx="990600" cy="2286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1801812" y="2372360"/>
              <a:ext cx="609600" cy="15240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7813675" y="577850"/>
            <a:ext cx="2514600" cy="1066800"/>
            <a:chOff x="838200" y="2372360"/>
            <a:chExt cx="2514600" cy="1066800"/>
          </a:xfrm>
        </p:grpSpPr>
        <p:sp>
          <p:nvSpPr>
            <p:cNvPr id="41" name="Oval 40"/>
            <p:cNvSpPr/>
            <p:nvPr/>
          </p:nvSpPr>
          <p:spPr>
            <a:xfrm>
              <a:off x="838200" y="2981960"/>
              <a:ext cx="25146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1066800" y="2829560"/>
              <a:ext cx="2057400" cy="4572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1204913" y="2677160"/>
              <a:ext cx="1828800" cy="381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1371600" y="2524760"/>
              <a:ext cx="1447800" cy="3048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1600200" y="2448560"/>
              <a:ext cx="990600" cy="2286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1801813" y="2372360"/>
              <a:ext cx="609600" cy="15240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isometricTopUp"/>
                <a:lightRig rig="threePt" dir="t"/>
              </a:scene3d>
            </a:bodyPr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28020" name="TextBox 46"/>
          <p:cNvSpPr txBox="1">
            <a:spLocks noChangeArrowheads="1"/>
          </p:cNvSpPr>
          <p:nvPr/>
        </p:nvSpPr>
        <p:spPr bwMode="auto">
          <a:xfrm>
            <a:off x="2819400" y="3938587"/>
            <a:ext cx="70104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dirty="0">
                <a:latin typeface="Arial" pitchFamily="34" charset="0"/>
              </a:rPr>
              <a:t>                  </a:t>
            </a:r>
            <a:r>
              <a:rPr lang="en-US" sz="3200" dirty="0">
                <a:latin typeface="Arial" pitchFamily="34" charset="0"/>
              </a:rPr>
              <a:t>A                      B                 C </a:t>
            </a:r>
          </a:p>
          <a:p>
            <a:pPr eaLnBrk="1" hangingPunct="1"/>
            <a:endParaRPr lang="en-US" dirty="0">
              <a:latin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2F696-7933-44E1-82EB-A6B01D37FBD3}"/>
              </a:ext>
            </a:extLst>
          </p:cNvPr>
          <p:cNvSpPr txBox="1"/>
          <p:nvPr/>
        </p:nvSpPr>
        <p:spPr>
          <a:xfrm>
            <a:off x="2434919" y="4312900"/>
            <a:ext cx="8388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Làm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thế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nào</a:t>
            </a:r>
            <a:r>
              <a:rPr lang="en-US" sz="2400" b="1" dirty="0">
                <a:solidFill>
                  <a:srgbClr val="FF0000"/>
                </a:solidFill>
              </a:rPr>
              <a:t> di </a:t>
            </a:r>
            <a:r>
              <a:rPr lang="en-US" sz="2400" b="1" dirty="0" err="1">
                <a:solidFill>
                  <a:srgbClr val="FF0000"/>
                </a:solidFill>
              </a:rPr>
              <a:t>chuyển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các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đĩa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từ</a:t>
            </a:r>
            <a:r>
              <a:rPr lang="en-US" sz="2400" b="1" dirty="0">
                <a:solidFill>
                  <a:srgbClr val="FF0000"/>
                </a:solidFill>
              </a:rPr>
              <a:t> A  qua C </a:t>
            </a:r>
            <a:r>
              <a:rPr lang="en-US" sz="2400" b="1" dirty="0" err="1">
                <a:solidFill>
                  <a:srgbClr val="FF0000"/>
                </a:solidFill>
              </a:rPr>
              <a:t>với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số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bước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ít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nhất</a:t>
            </a:r>
            <a:r>
              <a:rPr lang="en-US" sz="2400" b="1" dirty="0">
                <a:solidFill>
                  <a:srgbClr val="FF0000"/>
                </a:solidFill>
              </a:rPr>
              <a:t>? </a:t>
            </a:r>
          </a:p>
          <a:p>
            <a:r>
              <a:rPr lang="en-US" sz="2400" b="1" u="sng" dirty="0" err="1">
                <a:solidFill>
                  <a:srgbClr val="0070C0"/>
                </a:solidFill>
              </a:rPr>
              <a:t>Lưu</a:t>
            </a:r>
            <a:r>
              <a:rPr lang="en-US" sz="2400" b="1" u="sng" dirty="0">
                <a:solidFill>
                  <a:srgbClr val="0070C0"/>
                </a:solidFill>
              </a:rPr>
              <a:t> ý:</a:t>
            </a:r>
            <a:r>
              <a:rPr lang="en-US" sz="2400" b="1" dirty="0">
                <a:solidFill>
                  <a:srgbClr val="0070C0"/>
                </a:solidFill>
              </a:rPr>
              <a:t>  </a:t>
            </a:r>
            <a:r>
              <a:rPr lang="en-US" sz="2000" dirty="0">
                <a:solidFill>
                  <a:srgbClr val="66CCFF"/>
                </a:solidFill>
              </a:rPr>
              <a:t>-</a:t>
            </a:r>
            <a:r>
              <a:rPr lang="en-US" sz="2000" dirty="0" err="1">
                <a:solidFill>
                  <a:srgbClr val="66CCFF"/>
                </a:solidFill>
              </a:rPr>
              <a:t>Lấy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ra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khỏi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cọc</a:t>
            </a:r>
            <a:r>
              <a:rPr lang="en-US" sz="2000" dirty="0">
                <a:solidFill>
                  <a:srgbClr val="66CCFF"/>
                </a:solidFill>
              </a:rPr>
              <a:t>: </a:t>
            </a:r>
            <a:r>
              <a:rPr lang="en-US" sz="2000" dirty="0" err="1">
                <a:solidFill>
                  <a:srgbClr val="66CCFF"/>
                </a:solidFill>
              </a:rPr>
              <a:t>Mỗi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lần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chỉ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lấy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ra</a:t>
            </a:r>
            <a:r>
              <a:rPr lang="en-US" sz="2000" dirty="0">
                <a:solidFill>
                  <a:srgbClr val="66CCFF"/>
                </a:solidFill>
              </a:rPr>
              <a:t> 1 </a:t>
            </a:r>
            <a:r>
              <a:rPr lang="en-US" sz="2000" dirty="0" err="1">
                <a:solidFill>
                  <a:srgbClr val="66CCFF"/>
                </a:solidFill>
              </a:rPr>
              <a:t>đĩa</a:t>
            </a:r>
            <a:r>
              <a:rPr lang="en-US" sz="2000" dirty="0">
                <a:solidFill>
                  <a:srgbClr val="66CCFF"/>
                </a:solidFill>
              </a:rPr>
              <a:t> ở </a:t>
            </a:r>
            <a:r>
              <a:rPr lang="en-US" sz="2000" dirty="0" err="1">
                <a:solidFill>
                  <a:srgbClr val="66CCFF"/>
                </a:solidFill>
              </a:rPr>
              <a:t>trên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cùng</a:t>
            </a:r>
            <a:endParaRPr lang="en-US" sz="2000" dirty="0">
              <a:solidFill>
                <a:srgbClr val="66CCFF"/>
              </a:solidFill>
            </a:endParaRPr>
          </a:p>
          <a:p>
            <a:r>
              <a:rPr lang="en-US" sz="2000" dirty="0">
                <a:solidFill>
                  <a:srgbClr val="66CCFF"/>
                </a:solidFill>
              </a:rPr>
              <a:t>	  -</a:t>
            </a:r>
            <a:r>
              <a:rPr lang="en-US" sz="2000" dirty="0" err="1">
                <a:solidFill>
                  <a:srgbClr val="66CCFF"/>
                </a:solidFill>
              </a:rPr>
              <a:t>Xếp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đĩa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vào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cọc</a:t>
            </a:r>
            <a:r>
              <a:rPr lang="en-US" sz="2000" dirty="0">
                <a:solidFill>
                  <a:srgbClr val="66CCFF"/>
                </a:solidFill>
              </a:rPr>
              <a:t>: </a:t>
            </a:r>
            <a:r>
              <a:rPr lang="en-US" sz="2000" dirty="0" err="1">
                <a:solidFill>
                  <a:srgbClr val="66CCFF"/>
                </a:solidFill>
              </a:rPr>
              <a:t>Không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được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đặt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đĩa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lớn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nằm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trên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đĩa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nhỏ</a:t>
            </a:r>
            <a:endParaRPr lang="en-US" sz="2000" dirty="0">
              <a:solidFill>
                <a:srgbClr val="66CCFF"/>
              </a:solidFill>
            </a:endParaRPr>
          </a:p>
          <a:p>
            <a:r>
              <a:rPr lang="en-US" sz="2000" dirty="0">
                <a:solidFill>
                  <a:srgbClr val="66CCFF"/>
                </a:solidFill>
              </a:rPr>
              <a:t>	  -</a:t>
            </a:r>
            <a:r>
              <a:rPr lang="en-US" sz="2000" dirty="0" err="1">
                <a:solidFill>
                  <a:srgbClr val="66CCFF"/>
                </a:solidFill>
              </a:rPr>
              <a:t>Thứ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tự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các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đĩa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tại</a:t>
            </a:r>
            <a:r>
              <a:rPr lang="en-US" sz="2000" dirty="0">
                <a:solidFill>
                  <a:srgbClr val="66CCFF"/>
                </a:solidFill>
              </a:rPr>
              <a:t> C </a:t>
            </a:r>
            <a:r>
              <a:rPr lang="en-US" sz="2000" dirty="0" err="1">
                <a:solidFill>
                  <a:srgbClr val="66CCFF"/>
                </a:solidFill>
              </a:rPr>
              <a:t>giống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tại</a:t>
            </a:r>
            <a:r>
              <a:rPr lang="en-US" sz="2000" dirty="0">
                <a:solidFill>
                  <a:srgbClr val="66CCFF"/>
                </a:solidFill>
              </a:rPr>
              <a:t> A ban </a:t>
            </a:r>
            <a:r>
              <a:rPr lang="en-US" sz="2000" dirty="0" err="1">
                <a:solidFill>
                  <a:srgbClr val="66CCFF"/>
                </a:solidFill>
              </a:rPr>
              <a:t>đầu</a:t>
            </a:r>
            <a:r>
              <a:rPr lang="en-US" sz="2000" dirty="0">
                <a:solidFill>
                  <a:srgbClr val="66CCFF"/>
                </a:solidFill>
              </a:rPr>
              <a:t>  (</a:t>
            </a:r>
            <a:r>
              <a:rPr lang="en-US" sz="2000" dirty="0" err="1">
                <a:solidFill>
                  <a:srgbClr val="66CCFF"/>
                </a:solidFill>
              </a:rPr>
              <a:t>Đĩa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lớn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xếp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dưới</a:t>
            </a:r>
            <a:r>
              <a:rPr lang="en-US" sz="2000" dirty="0">
                <a:solidFill>
                  <a:srgbClr val="66CCFF"/>
                </a:solidFill>
              </a:rPr>
              <a:t> </a:t>
            </a:r>
            <a:r>
              <a:rPr lang="en-US" sz="2000" dirty="0" err="1">
                <a:solidFill>
                  <a:srgbClr val="66CCFF"/>
                </a:solidFill>
              </a:rPr>
              <a:t>cùng</a:t>
            </a:r>
            <a:r>
              <a:rPr lang="en-US" sz="2000" dirty="0">
                <a:solidFill>
                  <a:srgbClr val="66CCFF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35ACEA-F502-DC8E-0775-146F56EF6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58557E-7 L 0.00416 -0.29001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14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14431E-6 L 0.5375 0.011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75" y="5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-0.00023 L 0.00226 0.2883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4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161C0D4F-260C-42DC-97BA-6E36451176A3}" type="slidenum">
              <a:rPr lang="en-US" altLang="en-US" smtClean="0">
                <a:latin typeface="Garamond" pitchFamily="18" charset="0"/>
              </a:rPr>
              <a:pPr eaLnBrk="1" hangingPunct="1"/>
              <a:t>41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290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4800"/>
            <a:ext cx="8229600" cy="71437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Với</a:t>
            </a:r>
            <a:r>
              <a:rPr lang="en-US" dirty="0">
                <a:solidFill>
                  <a:srgbClr val="0070C0"/>
                </a:solidFill>
              </a:rPr>
              <a:t> N = 3</a:t>
            </a:r>
          </a:p>
        </p:txBody>
      </p:sp>
      <p:sp>
        <p:nvSpPr>
          <p:cNvPr id="55" name="Oval 54"/>
          <p:cNvSpPr/>
          <p:nvPr/>
        </p:nvSpPr>
        <p:spPr>
          <a:xfrm>
            <a:off x="2362200" y="2209800"/>
            <a:ext cx="25146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2590800" y="1922463"/>
            <a:ext cx="2057400" cy="457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2778125" y="1666875"/>
            <a:ext cx="1676400" cy="381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cxnSp>
        <p:nvCxnSpPr>
          <p:cNvPr id="61" name="Straight Connector 60"/>
          <p:cNvCxnSpPr/>
          <p:nvPr/>
        </p:nvCxnSpPr>
        <p:spPr>
          <a:xfrm rot="5400000">
            <a:off x="5611019" y="1904206"/>
            <a:ext cx="15240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>
            <a:off x="7792244" y="1953419"/>
            <a:ext cx="15240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2362200" y="2667001"/>
          <a:ext cx="7467600" cy="347663"/>
        </p:xfrm>
        <a:graphic>
          <a:graphicData uri="http://schemas.openxmlformats.org/drawingml/2006/table">
            <a:tbl>
              <a:tblPr/>
              <a:tblGrid>
                <a:gridCol w="746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Straight Connector 63"/>
          <p:cNvCxnSpPr>
            <a:cxnSpLocks/>
          </p:cNvCxnSpPr>
          <p:nvPr/>
        </p:nvCxnSpPr>
        <p:spPr>
          <a:xfrm>
            <a:off x="3644900" y="1209676"/>
            <a:ext cx="11906" cy="55086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042" name="TextBox 68"/>
          <p:cNvSpPr txBox="1">
            <a:spLocks noChangeArrowheads="1"/>
          </p:cNvSpPr>
          <p:nvPr/>
        </p:nvSpPr>
        <p:spPr bwMode="auto">
          <a:xfrm>
            <a:off x="1905000" y="3035440"/>
            <a:ext cx="8445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/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Hàm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h (heuristic) =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Số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lần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ít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nhất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phải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di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chuyển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đĩa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để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đạt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trạng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thái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đích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(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chỉ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xét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các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trạng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thái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của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cột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itchFamily="34" charset="0"/>
              </a:rPr>
              <a:t>đích</a:t>
            </a:r>
            <a:r>
              <a:rPr lang="en-US" sz="2400" dirty="0">
                <a:solidFill>
                  <a:srgbClr val="66CCFF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59D2D-F3BE-4905-A59D-C4DCBEDE01AB}"/>
              </a:ext>
            </a:extLst>
          </p:cNvPr>
          <p:cNvSpPr txBox="1"/>
          <p:nvPr/>
        </p:nvSpPr>
        <p:spPr>
          <a:xfrm>
            <a:off x="3091697" y="3998059"/>
            <a:ext cx="423705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66CCFF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h	= n – m + k</a:t>
            </a:r>
          </a:p>
          <a:p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n	: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Số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chiếc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đĩa</a:t>
            </a:r>
            <a:endParaRPr lang="en-US" sz="2400" dirty="0">
              <a:solidFill>
                <a:srgbClr val="66CCFF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m	: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số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đĩa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nằm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đúng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vị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trí</a:t>
            </a:r>
            <a:endParaRPr lang="en-US" sz="2400" dirty="0">
              <a:solidFill>
                <a:srgbClr val="66CCFF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k	: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số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đĩa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nằm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sai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vị</a:t>
            </a:r>
            <a:r>
              <a:rPr lang="en-US" sz="2400" dirty="0">
                <a:solidFill>
                  <a:srgbClr val="66CCFF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latin typeface="Arial" panose="020B0604020202020204" pitchFamily="34" charset="0"/>
              </a:rPr>
              <a:t>trí</a:t>
            </a:r>
            <a:endParaRPr lang="en-US" sz="2400" dirty="0">
              <a:solidFill>
                <a:srgbClr val="66CC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77C17-7342-48C1-9234-BCE3541AF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4015988"/>
            <a:ext cx="3131454" cy="19219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0EBD70-3623-C882-F185-A19902DEE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0460CBB0-A91F-4527-9846-4C57AA40F0FF}" type="slidenum">
              <a:rPr lang="en-US" altLang="en-US" smtClean="0">
                <a:latin typeface="Garamond" pitchFamily="18" charset="0"/>
              </a:rPr>
              <a:pPr eaLnBrk="1" hangingPunct="1"/>
              <a:t>42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29201" y="1835151"/>
            <a:ext cx="1041400" cy="131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32388" y="1731963"/>
            <a:ext cx="852488" cy="1317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216527" y="1647825"/>
            <a:ext cx="695325" cy="109538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21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908302"/>
              </p:ext>
            </p:extLst>
          </p:nvPr>
        </p:nvGraphicFramePr>
        <p:xfrm>
          <a:off x="5059363" y="1966914"/>
          <a:ext cx="2362200" cy="274637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 rot="5400000" flipH="1" flipV="1">
            <a:off x="5184775" y="1430338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 flipH="1" flipV="1">
            <a:off x="6118226" y="1530351"/>
            <a:ext cx="928688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 flipH="1" flipV="1">
            <a:off x="6881813" y="1530350"/>
            <a:ext cx="928688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7802563" y="1143000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3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rot="10800000" flipV="1">
            <a:off x="4038600" y="2209800"/>
            <a:ext cx="2133600" cy="609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6172200" y="2209800"/>
            <a:ext cx="1828800" cy="609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636838" y="3676650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2740025" y="3573463"/>
            <a:ext cx="852488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876676" y="368458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20" name="Group 76"/>
          <p:cNvGraphicFramePr>
            <a:graphicFrameLocks noGrp="1"/>
          </p:cNvGraphicFramePr>
          <p:nvPr/>
        </p:nvGraphicFramePr>
        <p:xfrm>
          <a:off x="2667000" y="3810000"/>
          <a:ext cx="2362200" cy="274638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" name="Straight Connector 50"/>
          <p:cNvCxnSpPr/>
          <p:nvPr/>
        </p:nvCxnSpPr>
        <p:spPr>
          <a:xfrm rot="5400000" flipH="1" flipV="1">
            <a:off x="2822575" y="327342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 flipH="1" flipV="1">
            <a:off x="3806032" y="3307557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 flipH="1" flipV="1">
            <a:off x="4490244" y="3372644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751638" y="3600450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854825" y="3497263"/>
            <a:ext cx="852488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534401" y="360838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19" name="Group 75"/>
          <p:cNvGraphicFramePr>
            <a:graphicFrameLocks noGrp="1"/>
          </p:cNvGraphicFramePr>
          <p:nvPr/>
        </p:nvGraphicFramePr>
        <p:xfrm>
          <a:off x="6781800" y="3733800"/>
          <a:ext cx="2438400" cy="27463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" name="Straight Connector 58"/>
          <p:cNvCxnSpPr/>
          <p:nvPr/>
        </p:nvCxnSpPr>
        <p:spPr>
          <a:xfrm rot="5400000" flipH="1" flipV="1">
            <a:off x="6937375" y="319722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 flipH="1" flipV="1">
            <a:off x="7690644" y="3282156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rot="5400000" flipH="1" flipV="1">
            <a:off x="8504238" y="3230563"/>
            <a:ext cx="823913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029200" y="2971800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4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9296400" y="2971800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5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>
            <a:off x="3253582" y="4167982"/>
            <a:ext cx="762000" cy="50323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886201" y="4038600"/>
            <a:ext cx="3459163" cy="7620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981200" y="5657850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71914" y="5643563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73401" y="566578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18" name="Group 74"/>
          <p:cNvGraphicFramePr>
            <a:graphicFrameLocks noGrp="1"/>
          </p:cNvGraphicFramePr>
          <p:nvPr/>
        </p:nvGraphicFramePr>
        <p:xfrm>
          <a:off x="2011364" y="5791200"/>
          <a:ext cx="2713037" cy="274638"/>
        </p:xfrm>
        <a:graphic>
          <a:graphicData uri="http://schemas.openxmlformats.org/drawingml/2006/table">
            <a:tbl>
              <a:tblPr/>
              <a:tblGrid>
                <a:gridCol w="27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/>
          <p:nvPr/>
        </p:nvCxnSpPr>
        <p:spPr>
          <a:xfrm rot="5400000" flipH="1" flipV="1">
            <a:off x="2166938" y="525462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 flipV="1">
            <a:off x="3002757" y="5288757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 flipH="1" flipV="1">
            <a:off x="3834607" y="5339557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096000" y="5581650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199189" y="5478463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7878764" y="558958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17" name="Group 73"/>
          <p:cNvGraphicFramePr>
            <a:graphicFrameLocks noGrp="1"/>
          </p:cNvGraphicFramePr>
          <p:nvPr/>
        </p:nvGraphicFramePr>
        <p:xfrm>
          <a:off x="6126163" y="5715000"/>
          <a:ext cx="2438400" cy="27463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Straight Connector 63"/>
          <p:cNvCxnSpPr/>
          <p:nvPr/>
        </p:nvCxnSpPr>
        <p:spPr>
          <a:xfrm rot="5400000" flipH="1" flipV="1">
            <a:off x="6281738" y="517842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5400000" flipH="1" flipV="1">
            <a:off x="7035007" y="5263357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 flipH="1" flipV="1">
            <a:off x="7848601" y="5211764"/>
            <a:ext cx="823913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4724400" y="5029200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6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8640763" y="4953000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6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6905624" y="4830763"/>
            <a:ext cx="8382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960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130123" name="Rectangle 2"/>
          <p:cNvSpPr>
            <a:spLocks noChangeArrowheads="1"/>
          </p:cNvSpPr>
          <p:nvPr/>
        </p:nvSpPr>
        <p:spPr bwMode="auto">
          <a:xfrm>
            <a:off x="2011363" y="304801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Với N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05F5A3-4B7E-4D23-88D0-00EA78462A41}"/>
              </a:ext>
            </a:extLst>
          </p:cNvPr>
          <p:cNvSpPr/>
          <p:nvPr/>
        </p:nvSpPr>
        <p:spPr>
          <a:xfrm rot="19947670">
            <a:off x="7329664" y="4220947"/>
            <a:ext cx="238520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87BA0-FC4D-4A4B-B868-855E1359146F}"/>
              </a:ext>
            </a:extLst>
          </p:cNvPr>
          <p:cNvSpPr txBox="1"/>
          <p:nvPr/>
        </p:nvSpPr>
        <p:spPr>
          <a:xfrm>
            <a:off x="1905001" y="533401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f=</a:t>
            </a:r>
            <a:r>
              <a:rPr lang="en-US" sz="2400" dirty="0" err="1"/>
              <a:t>h+g</a:t>
            </a:r>
            <a:endParaRPr 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AF5B87-7117-4E02-A1A2-966094FF5219}"/>
              </a:ext>
            </a:extLst>
          </p:cNvPr>
          <p:cNvSpPr/>
          <p:nvPr/>
        </p:nvSpPr>
        <p:spPr>
          <a:xfrm>
            <a:off x="5029200" y="3536951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2523A4-2E09-4AFE-A56D-4D1DB087020E}"/>
              </a:ext>
            </a:extLst>
          </p:cNvPr>
          <p:cNvCxnSpPr/>
          <p:nvPr/>
        </p:nvCxnSpPr>
        <p:spPr>
          <a:xfrm flipV="1">
            <a:off x="7707313" y="4008438"/>
            <a:ext cx="1354138" cy="64892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E0F3CCC-C883-4C84-83BA-7C3ADBE74823}"/>
              </a:ext>
            </a:extLst>
          </p:cNvPr>
          <p:cNvSpPr/>
          <p:nvPr/>
        </p:nvSpPr>
        <p:spPr>
          <a:xfrm>
            <a:off x="4183562" y="1117820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165B3D-D5D8-4B7F-BB99-8F62E9E34FFE}"/>
              </a:ext>
            </a:extLst>
          </p:cNvPr>
          <p:cNvSpPr/>
          <p:nvPr/>
        </p:nvSpPr>
        <p:spPr>
          <a:xfrm>
            <a:off x="1840617" y="3079176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5DE52B-4569-4B42-8C8D-DECC909B0031}"/>
              </a:ext>
            </a:extLst>
          </p:cNvPr>
          <p:cNvSpPr/>
          <p:nvPr/>
        </p:nvSpPr>
        <p:spPr>
          <a:xfrm>
            <a:off x="8915399" y="2208146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E75E696-D299-460E-8AA5-0A2B8DE6C401}"/>
              </a:ext>
            </a:extLst>
          </p:cNvPr>
          <p:cNvSpPr/>
          <p:nvPr/>
        </p:nvSpPr>
        <p:spPr>
          <a:xfrm>
            <a:off x="1674814" y="4886038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A225F0C-A2FF-4C44-A888-B8957433F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089" y="104917"/>
            <a:ext cx="1987549" cy="121983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1019175"/>
            <a:ext cx="1998663" cy="78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7404A9-E3DD-6E77-D0D4-255EDD72A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42" grpId="0"/>
      <p:bldP spid="47" grpId="0" animBg="1"/>
      <p:bldP spid="48" grpId="0" animBg="1"/>
      <p:bldP spid="49" grpId="0" animBg="1"/>
      <p:bldP spid="55" grpId="0" animBg="1"/>
      <p:bldP spid="56" grpId="0" animBg="1"/>
      <p:bldP spid="57" grpId="0" animBg="1"/>
      <p:bldP spid="62" grpId="0"/>
      <p:bldP spid="63" grpId="0"/>
      <p:bldP spid="33" grpId="0" animBg="1"/>
      <p:bldP spid="34" grpId="0" animBg="1"/>
      <p:bldP spid="35" grpId="0" animBg="1"/>
      <p:bldP spid="41" grpId="0" animBg="1"/>
      <p:bldP spid="43" grpId="0" animBg="1"/>
      <p:bldP spid="45" grpId="0" animBg="1"/>
      <p:bldP spid="67" grpId="0"/>
      <p:bldP spid="68" grpId="0"/>
      <p:bldP spid="72" grpId="0"/>
      <p:bldP spid="3" grpId="0"/>
      <p:bldP spid="5" grpId="0" animBg="1"/>
      <p:bldP spid="2" grpId="0" animBg="1"/>
      <p:bldP spid="54" grpId="0" animBg="1"/>
      <p:bldP spid="58" grpId="0" animBg="1"/>
      <p:bldP spid="6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051549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0460CBB0-A91F-4527-9846-4C57AA40F0FF}" type="slidenum">
              <a:rPr lang="en-US" altLang="en-US" smtClean="0">
                <a:latin typeface="Garamond" pitchFamily="18" charset="0"/>
              </a:rPr>
              <a:pPr eaLnBrk="1" hangingPunct="1"/>
              <a:t>43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1" y="1530350"/>
            <a:ext cx="1041400" cy="131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598988" y="1427162"/>
            <a:ext cx="852488" cy="1317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683127" y="1343024"/>
            <a:ext cx="695325" cy="109538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21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194497"/>
              </p:ext>
            </p:extLst>
          </p:nvPr>
        </p:nvGraphicFramePr>
        <p:xfrm>
          <a:off x="4525963" y="1662113"/>
          <a:ext cx="2362200" cy="274637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 rot="5400000" flipH="1" flipV="1">
            <a:off x="4651375" y="1125537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 flipH="1" flipV="1">
            <a:off x="5584826" y="1225550"/>
            <a:ext cx="928688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 flipH="1" flipV="1">
            <a:off x="6348413" y="1225549"/>
            <a:ext cx="928688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7269163" y="838199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3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rot="10800000" flipV="1">
            <a:off x="3505200" y="1904999"/>
            <a:ext cx="2133600" cy="609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638800" y="1904999"/>
            <a:ext cx="1828800" cy="60960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103438" y="337184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2206625" y="3268662"/>
            <a:ext cx="852488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343276" y="3379788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20" name="Group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164061"/>
              </p:ext>
            </p:extLst>
          </p:nvPr>
        </p:nvGraphicFramePr>
        <p:xfrm>
          <a:off x="2133600" y="3505199"/>
          <a:ext cx="2362200" cy="274638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" name="Straight Connector 50"/>
          <p:cNvCxnSpPr/>
          <p:nvPr/>
        </p:nvCxnSpPr>
        <p:spPr>
          <a:xfrm rot="5400000" flipH="1" flipV="1">
            <a:off x="2289175" y="2968624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 flipH="1" flipV="1">
            <a:off x="3272632" y="3002756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 flipH="1" flipV="1">
            <a:off x="3956844" y="3067843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218238" y="329564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321425" y="3192462"/>
            <a:ext cx="852488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001001" y="3303588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19" name="Group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723380"/>
              </p:ext>
            </p:extLst>
          </p:nvPr>
        </p:nvGraphicFramePr>
        <p:xfrm>
          <a:off x="6248400" y="3428999"/>
          <a:ext cx="2438400" cy="27463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" name="Straight Connector 58"/>
          <p:cNvCxnSpPr/>
          <p:nvPr/>
        </p:nvCxnSpPr>
        <p:spPr>
          <a:xfrm rot="5400000" flipH="1" flipV="1">
            <a:off x="6403975" y="2892424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 flipH="1" flipV="1">
            <a:off x="7157244" y="2977355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rot="5400000" flipH="1" flipV="1">
            <a:off x="7970838" y="2925762"/>
            <a:ext cx="823913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4495800" y="2666999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4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8763000" y="2666999"/>
            <a:ext cx="91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 = 5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>
            <a:off x="2720182" y="3863181"/>
            <a:ext cx="762000" cy="50323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447800" y="535304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338514" y="5338762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2540001" y="5360988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18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444523"/>
              </p:ext>
            </p:extLst>
          </p:nvPr>
        </p:nvGraphicFramePr>
        <p:xfrm>
          <a:off x="1477964" y="5486399"/>
          <a:ext cx="2713037" cy="274638"/>
        </p:xfrm>
        <a:graphic>
          <a:graphicData uri="http://schemas.openxmlformats.org/drawingml/2006/table">
            <a:tbl>
              <a:tblPr/>
              <a:tblGrid>
                <a:gridCol w="27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/>
          <p:nvPr/>
        </p:nvCxnSpPr>
        <p:spPr>
          <a:xfrm rot="5400000" flipH="1" flipV="1">
            <a:off x="1633538" y="4949824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 flipV="1">
            <a:off x="2469357" y="4983956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 flipH="1" flipV="1">
            <a:off x="3301207" y="5034756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1509713" y="5761037"/>
            <a:ext cx="25272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2; h = 4; f  = 6</a:t>
            </a:r>
          </a:p>
        </p:txBody>
      </p:sp>
      <p:sp>
        <p:nvSpPr>
          <p:cNvPr id="130123" name="Rectangle 2"/>
          <p:cNvSpPr>
            <a:spLocks noChangeArrowheads="1"/>
          </p:cNvSpPr>
          <p:nvPr/>
        </p:nvSpPr>
        <p:spPr bwMode="auto">
          <a:xfrm>
            <a:off x="1477963" y="0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Với N = 3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7B8EB9-C7A6-49D4-A806-78477388D3CD}"/>
              </a:ext>
            </a:extLst>
          </p:cNvPr>
          <p:cNvCxnSpPr>
            <a:cxnSpLocks/>
          </p:cNvCxnSpPr>
          <p:nvPr/>
        </p:nvCxnSpPr>
        <p:spPr>
          <a:xfrm flipH="1">
            <a:off x="5440363" y="3703637"/>
            <a:ext cx="1752601" cy="701676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95330011-056D-4C26-96EF-CAAAAA599A24}"/>
              </a:ext>
            </a:extLst>
          </p:cNvPr>
          <p:cNvSpPr/>
          <p:nvPr/>
        </p:nvSpPr>
        <p:spPr>
          <a:xfrm>
            <a:off x="4230688" y="532129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B156D30-FFF9-4A84-B484-40E8C77D541D}"/>
              </a:ext>
            </a:extLst>
          </p:cNvPr>
          <p:cNvSpPr/>
          <p:nvPr/>
        </p:nvSpPr>
        <p:spPr>
          <a:xfrm>
            <a:off x="4333875" y="5218112"/>
            <a:ext cx="852488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E891D00-D010-446B-BBE0-A6D8342113BF}"/>
              </a:ext>
            </a:extLst>
          </p:cNvPr>
          <p:cNvSpPr/>
          <p:nvPr/>
        </p:nvSpPr>
        <p:spPr>
          <a:xfrm>
            <a:off x="5364164" y="5329238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71" name="Group 87">
            <a:extLst>
              <a:ext uri="{FF2B5EF4-FFF2-40B4-BE49-F238E27FC236}">
                <a16:creationId xmlns:a16="http://schemas.microsoft.com/office/drawing/2014/main" id="{F2E66081-A8CD-4138-BFA7-1764737EE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82595"/>
              </p:ext>
            </p:extLst>
          </p:nvPr>
        </p:nvGraphicFramePr>
        <p:xfrm>
          <a:off x="4260850" y="5468938"/>
          <a:ext cx="2438400" cy="274637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03E070E-140F-4A95-90A6-DA2E777CD43C}"/>
              </a:ext>
            </a:extLst>
          </p:cNvPr>
          <p:cNvCxnSpPr/>
          <p:nvPr/>
        </p:nvCxnSpPr>
        <p:spPr>
          <a:xfrm rot="5400000" flipH="1" flipV="1">
            <a:off x="4416425" y="4918074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8262CF3-A4C4-44F4-9D8B-60E770BBE35F}"/>
              </a:ext>
            </a:extLst>
          </p:cNvPr>
          <p:cNvCxnSpPr/>
          <p:nvPr/>
        </p:nvCxnSpPr>
        <p:spPr>
          <a:xfrm rot="5400000" flipH="1" flipV="1">
            <a:off x="6052344" y="5004593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AC63901-E655-47D1-9D0D-ED1DE7974F9D}"/>
              </a:ext>
            </a:extLst>
          </p:cNvPr>
          <p:cNvCxnSpPr/>
          <p:nvPr/>
        </p:nvCxnSpPr>
        <p:spPr>
          <a:xfrm rot="5400000" flipH="1" flipV="1">
            <a:off x="5316538" y="4951412"/>
            <a:ext cx="823913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49FFDC2-A204-4A78-ADF4-0AA023D60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188" y="5653087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2,h = 3,f  = 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061D4F-E301-4D75-A298-101739169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480" y="4522787"/>
            <a:ext cx="8382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960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19959E2-C064-42A4-88C6-363AB70EDEC4}"/>
              </a:ext>
            </a:extLst>
          </p:cNvPr>
          <p:cNvSpPr/>
          <p:nvPr/>
        </p:nvSpPr>
        <p:spPr>
          <a:xfrm rot="1773544">
            <a:off x="3586723" y="4153970"/>
            <a:ext cx="183466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470DE09-F8EB-44D8-943A-C7BDB7AB85CD}"/>
              </a:ext>
            </a:extLst>
          </p:cNvPr>
          <p:cNvCxnSpPr>
            <a:cxnSpLocks/>
          </p:cNvCxnSpPr>
          <p:nvPr/>
        </p:nvCxnSpPr>
        <p:spPr>
          <a:xfrm flipH="1" flipV="1">
            <a:off x="3738791" y="3717924"/>
            <a:ext cx="1447572" cy="86836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71B5CB9-B712-4EAA-9CC1-2604B9465504}"/>
              </a:ext>
            </a:extLst>
          </p:cNvPr>
          <p:cNvCxnSpPr>
            <a:cxnSpLocks/>
          </p:cNvCxnSpPr>
          <p:nvPr/>
        </p:nvCxnSpPr>
        <p:spPr>
          <a:xfrm>
            <a:off x="7192964" y="3703638"/>
            <a:ext cx="1417637" cy="67468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9FB8D5C1-51F0-4648-B65B-622E8E405357}"/>
              </a:ext>
            </a:extLst>
          </p:cNvPr>
          <p:cNvSpPr/>
          <p:nvPr/>
        </p:nvSpPr>
        <p:spPr>
          <a:xfrm>
            <a:off x="6959600" y="5292724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899C53F-5F38-4537-B24A-042C08AFB850}"/>
              </a:ext>
            </a:extLst>
          </p:cNvPr>
          <p:cNvSpPr/>
          <p:nvPr/>
        </p:nvSpPr>
        <p:spPr>
          <a:xfrm>
            <a:off x="8062914" y="5292724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C6065A3-5D03-4474-9654-405E15D05140}"/>
              </a:ext>
            </a:extLst>
          </p:cNvPr>
          <p:cNvSpPr/>
          <p:nvPr/>
        </p:nvSpPr>
        <p:spPr>
          <a:xfrm>
            <a:off x="8982076" y="531495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4" name="Group 88">
            <a:extLst>
              <a:ext uri="{FF2B5EF4-FFF2-40B4-BE49-F238E27FC236}">
                <a16:creationId xmlns:a16="http://schemas.microsoft.com/office/drawing/2014/main" id="{E56874EE-5ADC-47C4-8909-298BA79AD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740313"/>
              </p:ext>
            </p:extLst>
          </p:nvPr>
        </p:nvGraphicFramePr>
        <p:xfrm>
          <a:off x="6934200" y="5440361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9EF1B20-0B91-4D9B-99E7-F3E064CB1B21}"/>
              </a:ext>
            </a:extLst>
          </p:cNvPr>
          <p:cNvCxnSpPr/>
          <p:nvPr/>
        </p:nvCxnSpPr>
        <p:spPr>
          <a:xfrm rot="5400000" flipH="1" flipV="1">
            <a:off x="7145338" y="4889499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39E7BB9-8F1C-4C9E-A5E5-24038B51ADD3}"/>
              </a:ext>
            </a:extLst>
          </p:cNvPr>
          <p:cNvCxnSpPr/>
          <p:nvPr/>
        </p:nvCxnSpPr>
        <p:spPr>
          <a:xfrm rot="5400000" flipH="1" flipV="1">
            <a:off x="8073232" y="4909343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1EEAB1B-6493-447E-A9F8-70998F8CDB99}"/>
              </a:ext>
            </a:extLst>
          </p:cNvPr>
          <p:cNvCxnSpPr/>
          <p:nvPr/>
        </p:nvCxnSpPr>
        <p:spPr>
          <a:xfrm rot="5400000" flipH="1" flipV="1">
            <a:off x="8852694" y="4918867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A2E6C35-EC0D-421E-B6D7-CF5DC44A1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651499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2,h = 4,f  = 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7FA761D-7DF1-45F4-96B4-D6D913F28B9A}"/>
              </a:ext>
            </a:extLst>
          </p:cNvPr>
          <p:cNvSpPr/>
          <p:nvPr/>
        </p:nvSpPr>
        <p:spPr>
          <a:xfrm>
            <a:off x="8715376" y="3211513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165817E-198F-4751-AA2E-EB9A7005ACC5}"/>
              </a:ext>
            </a:extLst>
          </p:cNvPr>
          <p:cNvSpPr/>
          <p:nvPr/>
        </p:nvSpPr>
        <p:spPr>
          <a:xfrm>
            <a:off x="3650162" y="813019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2841A57-6661-437D-88BE-D352FADAD418}"/>
              </a:ext>
            </a:extLst>
          </p:cNvPr>
          <p:cNvSpPr/>
          <p:nvPr/>
        </p:nvSpPr>
        <p:spPr>
          <a:xfrm>
            <a:off x="1307217" y="2774375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039D3B-6F77-45E3-913C-897F442F825A}"/>
              </a:ext>
            </a:extLst>
          </p:cNvPr>
          <p:cNvSpPr/>
          <p:nvPr/>
        </p:nvSpPr>
        <p:spPr>
          <a:xfrm>
            <a:off x="8381999" y="1903345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B46F2FF-746E-4952-A540-68B50A5D6855}"/>
              </a:ext>
            </a:extLst>
          </p:cNvPr>
          <p:cNvSpPr/>
          <p:nvPr/>
        </p:nvSpPr>
        <p:spPr>
          <a:xfrm>
            <a:off x="1141414" y="4581237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C199EC1-63A1-4903-9D55-6E5F0232FCD0}"/>
              </a:ext>
            </a:extLst>
          </p:cNvPr>
          <p:cNvSpPr/>
          <p:nvPr/>
        </p:nvSpPr>
        <p:spPr>
          <a:xfrm>
            <a:off x="8839200" y="3773536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DACEC3D-1A9B-4FE0-802C-56D8536BFCA1}"/>
              </a:ext>
            </a:extLst>
          </p:cNvPr>
          <p:cNvSpPr/>
          <p:nvPr/>
        </p:nvSpPr>
        <p:spPr>
          <a:xfrm>
            <a:off x="8382000" y="1897789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0E7D7E7C-B4EC-4D74-8B95-09B384382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04771"/>
            <a:ext cx="2128837" cy="130655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18487BA0-FC4D-4A4B-B868-855E1359146F}"/>
              </a:ext>
            </a:extLst>
          </p:cNvPr>
          <p:cNvSpPr txBox="1"/>
          <p:nvPr/>
        </p:nvSpPr>
        <p:spPr>
          <a:xfrm>
            <a:off x="1371601" y="228600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f=h+g</a:t>
            </a: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38" y="714374"/>
            <a:ext cx="1998663" cy="78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5AB80-FEEE-94BD-2FE8-FD0B1CCB3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1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1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9" grpId="0" animBg="1"/>
      <p:bldP spid="70" grpId="0" animBg="1"/>
      <p:bldP spid="76" grpId="0"/>
      <p:bldP spid="77" grpId="0"/>
      <p:bldP spid="78" grpId="0"/>
      <p:bldP spid="81" grpId="0" animBg="1"/>
      <p:bldP spid="82" grpId="0" animBg="1"/>
      <p:bldP spid="83" grpId="0" animBg="1"/>
      <p:bldP spid="88" grpId="0"/>
      <p:bldP spid="89" grpId="0" animBg="1"/>
      <p:bldP spid="89" grpId="1" animBg="1"/>
      <p:bldP spid="66" grpId="0" animBg="1"/>
      <p:bldP spid="72" grpId="0" animBg="1"/>
      <p:bldP spid="9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63791" y="6235691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0460CBB0-A91F-4527-9846-4C57AA40F0FF}" type="slidenum">
              <a:rPr lang="en-US" altLang="en-US" sz="1100" smtClean="0">
                <a:latin typeface="Garamond" pitchFamily="18" charset="0"/>
              </a:rPr>
              <a:pPr eaLnBrk="1" hangingPunct="1"/>
              <a:t>44</a:t>
            </a:fld>
            <a:endParaRPr lang="en-US" altLang="en-US" sz="1100">
              <a:latin typeface="Garamond" pitchFamily="18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2590029" y="2031991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48" name="Oval 47"/>
          <p:cNvSpPr/>
          <p:nvPr/>
        </p:nvSpPr>
        <p:spPr>
          <a:xfrm>
            <a:off x="2693216" y="1928804"/>
            <a:ext cx="852488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49" name="Oval 48"/>
          <p:cNvSpPr/>
          <p:nvPr/>
        </p:nvSpPr>
        <p:spPr>
          <a:xfrm>
            <a:off x="3829867" y="203993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graphicFrame>
        <p:nvGraphicFramePr>
          <p:cNvPr id="825420" name="Group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691738"/>
              </p:ext>
            </p:extLst>
          </p:nvPr>
        </p:nvGraphicFramePr>
        <p:xfrm>
          <a:off x="2620191" y="2165341"/>
          <a:ext cx="2362200" cy="274638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" name="Straight Connector 50"/>
          <p:cNvCxnSpPr/>
          <p:nvPr/>
        </p:nvCxnSpPr>
        <p:spPr>
          <a:xfrm rot="5400000" flipH="1" flipV="1">
            <a:off x="2775766" y="1628766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 flipH="1" flipV="1">
            <a:off x="3759223" y="1662898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 flipH="1" flipV="1">
            <a:off x="4443435" y="1727985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704829" y="1955791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56" name="Oval 55"/>
          <p:cNvSpPr/>
          <p:nvPr/>
        </p:nvSpPr>
        <p:spPr>
          <a:xfrm>
            <a:off x="6808016" y="1852604"/>
            <a:ext cx="852488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57" name="Oval 56"/>
          <p:cNvSpPr/>
          <p:nvPr/>
        </p:nvSpPr>
        <p:spPr>
          <a:xfrm>
            <a:off x="8487592" y="196373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graphicFrame>
        <p:nvGraphicFramePr>
          <p:cNvPr id="825419" name="Group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999395"/>
              </p:ext>
            </p:extLst>
          </p:nvPr>
        </p:nvGraphicFramePr>
        <p:xfrm>
          <a:off x="6734991" y="2089141"/>
          <a:ext cx="2438400" cy="27463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" name="Straight Connector 58"/>
          <p:cNvCxnSpPr/>
          <p:nvPr/>
        </p:nvCxnSpPr>
        <p:spPr>
          <a:xfrm rot="5400000" flipH="1" flipV="1">
            <a:off x="6890566" y="1552566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 flipH="1" flipV="1">
            <a:off x="7643835" y="1637497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rot="5400000" flipH="1" flipV="1">
            <a:off x="8457429" y="1585904"/>
            <a:ext cx="823913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4982391" y="1327141"/>
            <a:ext cx="9144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>
                <a:latin typeface="Arial" pitchFamily="34" charset="0"/>
              </a:rPr>
              <a:t>g = 1</a:t>
            </a:r>
          </a:p>
          <a:p>
            <a:pPr eaLnBrk="1" hangingPunct="1"/>
            <a:r>
              <a:rPr lang="en-US" sz="1600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 sz="1600">
                <a:latin typeface="Arial" pitchFamily="34" charset="0"/>
              </a:rPr>
              <a:t>f  = 4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9249591" y="1327141"/>
            <a:ext cx="9144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>
                <a:latin typeface="Arial" pitchFamily="34" charset="0"/>
              </a:rPr>
              <a:t>g = 1</a:t>
            </a:r>
          </a:p>
          <a:p>
            <a:pPr eaLnBrk="1" hangingPunct="1"/>
            <a:r>
              <a:rPr lang="en-US" sz="1600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 sz="1600">
                <a:latin typeface="Arial" pitchFamily="34" charset="0"/>
              </a:rPr>
              <a:t>f  = 5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>
            <a:off x="3206773" y="2523323"/>
            <a:ext cx="762000" cy="50323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945504" y="3835214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34" name="Oval 33"/>
          <p:cNvSpPr/>
          <p:nvPr/>
        </p:nvSpPr>
        <p:spPr>
          <a:xfrm>
            <a:off x="3836218" y="3820927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35" name="Oval 34"/>
          <p:cNvSpPr/>
          <p:nvPr/>
        </p:nvSpPr>
        <p:spPr>
          <a:xfrm>
            <a:off x="3037705" y="3843153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graphicFrame>
        <p:nvGraphicFramePr>
          <p:cNvPr id="825418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707127"/>
              </p:ext>
            </p:extLst>
          </p:nvPr>
        </p:nvGraphicFramePr>
        <p:xfrm>
          <a:off x="1975668" y="3968564"/>
          <a:ext cx="2713037" cy="274638"/>
        </p:xfrm>
        <a:graphic>
          <a:graphicData uri="http://schemas.openxmlformats.org/drawingml/2006/table">
            <a:tbl>
              <a:tblPr/>
              <a:tblGrid>
                <a:gridCol w="27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/>
          <p:nvPr/>
        </p:nvCxnSpPr>
        <p:spPr>
          <a:xfrm rot="5400000" flipH="1" flipV="1">
            <a:off x="2131242" y="3431989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 flipV="1">
            <a:off x="2967061" y="3466121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 flipH="1" flipV="1">
            <a:off x="3798911" y="3516921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2007417" y="4243202"/>
            <a:ext cx="25272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>
                <a:latin typeface="Arial" pitchFamily="34" charset="0"/>
              </a:rPr>
              <a:t>g = 2; h = 4; f  = 6</a:t>
            </a:r>
          </a:p>
        </p:txBody>
      </p:sp>
      <p:sp>
        <p:nvSpPr>
          <p:cNvPr id="130123" name="Rectangle 2"/>
          <p:cNvSpPr>
            <a:spLocks noChangeArrowheads="1"/>
          </p:cNvSpPr>
          <p:nvPr/>
        </p:nvSpPr>
        <p:spPr bwMode="auto">
          <a:xfrm>
            <a:off x="1964554" y="184142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000" b="1">
                <a:solidFill>
                  <a:srgbClr val="005028"/>
                </a:solidFill>
                <a:latin typeface="Tahoma" pitchFamily="34" charset="0"/>
              </a:rPr>
              <a:t>Với N = 3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71B5CB9-B712-4EAA-9CC1-2604B9465504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7679555" y="2363780"/>
            <a:ext cx="1523999" cy="105994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9FB8D5C1-51F0-4648-B65B-622E8E405357}"/>
              </a:ext>
            </a:extLst>
          </p:cNvPr>
          <p:cNvSpPr/>
          <p:nvPr/>
        </p:nvSpPr>
        <p:spPr>
          <a:xfrm>
            <a:off x="6480537" y="377488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899C53F-5F38-4537-B24A-042C08AFB850}"/>
              </a:ext>
            </a:extLst>
          </p:cNvPr>
          <p:cNvSpPr/>
          <p:nvPr/>
        </p:nvSpPr>
        <p:spPr>
          <a:xfrm>
            <a:off x="7583851" y="3774889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C6065A3-5D03-4474-9654-405E15D05140}"/>
              </a:ext>
            </a:extLst>
          </p:cNvPr>
          <p:cNvSpPr/>
          <p:nvPr/>
        </p:nvSpPr>
        <p:spPr>
          <a:xfrm>
            <a:off x="8503013" y="3797115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graphicFrame>
        <p:nvGraphicFramePr>
          <p:cNvPr id="84" name="Group 88">
            <a:extLst>
              <a:ext uri="{FF2B5EF4-FFF2-40B4-BE49-F238E27FC236}">
                <a16:creationId xmlns:a16="http://schemas.microsoft.com/office/drawing/2014/main" id="{E56874EE-5ADC-47C4-8909-298BA79AD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73877"/>
              </p:ext>
            </p:extLst>
          </p:nvPr>
        </p:nvGraphicFramePr>
        <p:xfrm>
          <a:off x="6455137" y="3922526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9EF1B20-0B91-4D9B-99E7-F3E064CB1B21}"/>
              </a:ext>
            </a:extLst>
          </p:cNvPr>
          <p:cNvCxnSpPr/>
          <p:nvPr/>
        </p:nvCxnSpPr>
        <p:spPr>
          <a:xfrm rot="5400000" flipH="1" flipV="1">
            <a:off x="6666275" y="3371664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39E7BB9-8F1C-4C9E-A5E5-24038B51ADD3}"/>
              </a:ext>
            </a:extLst>
          </p:cNvPr>
          <p:cNvCxnSpPr/>
          <p:nvPr/>
        </p:nvCxnSpPr>
        <p:spPr>
          <a:xfrm rot="5400000" flipH="1" flipV="1">
            <a:off x="7594169" y="3391508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1EEAB1B-6493-447E-A9F8-70998F8CDB99}"/>
              </a:ext>
            </a:extLst>
          </p:cNvPr>
          <p:cNvCxnSpPr/>
          <p:nvPr/>
        </p:nvCxnSpPr>
        <p:spPr>
          <a:xfrm rot="5400000" flipH="1" flipV="1">
            <a:off x="8373631" y="3401032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A2E6C35-EC0D-421E-B6D7-CF5DC44A1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5137" y="4133664"/>
            <a:ext cx="2590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600">
                <a:latin typeface="Arial" pitchFamily="34" charset="0"/>
              </a:rPr>
              <a:t>g = 2,h = 4,f  = 6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01DEA78-EA5B-453E-A29A-D88119764C16}"/>
              </a:ext>
            </a:extLst>
          </p:cNvPr>
          <p:cNvSpPr/>
          <p:nvPr/>
        </p:nvSpPr>
        <p:spPr>
          <a:xfrm>
            <a:off x="8006126" y="4116997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DDD8F4E-604F-4998-A27A-7DBCA8C2889F}"/>
              </a:ext>
            </a:extLst>
          </p:cNvPr>
          <p:cNvSpPr/>
          <p:nvPr/>
        </p:nvSpPr>
        <p:spPr>
          <a:xfrm>
            <a:off x="1837554" y="5479310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D1BD75-DC08-4746-9E57-7E01B473C1E6}"/>
              </a:ext>
            </a:extLst>
          </p:cNvPr>
          <p:cNvSpPr/>
          <p:nvPr/>
        </p:nvSpPr>
        <p:spPr>
          <a:xfrm>
            <a:off x="1945505" y="5387235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E94706E-0C1F-4CCA-A6A0-F875F8C3C29E}"/>
              </a:ext>
            </a:extLst>
          </p:cNvPr>
          <p:cNvSpPr/>
          <p:nvPr/>
        </p:nvSpPr>
        <p:spPr>
          <a:xfrm>
            <a:off x="3840980" y="5501536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graphicFrame>
        <p:nvGraphicFramePr>
          <p:cNvPr id="72" name="Group 88">
            <a:extLst>
              <a:ext uri="{FF2B5EF4-FFF2-40B4-BE49-F238E27FC236}">
                <a16:creationId xmlns:a16="http://schemas.microsoft.com/office/drawing/2014/main" id="{35BC7E42-D90D-4CCE-AB88-B37DC23F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918522"/>
              </p:ext>
            </p:extLst>
          </p:nvPr>
        </p:nvGraphicFramePr>
        <p:xfrm>
          <a:off x="1793104" y="5626947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5EC7696-673B-483B-B550-91E17B63413D}"/>
              </a:ext>
            </a:extLst>
          </p:cNvPr>
          <p:cNvCxnSpPr/>
          <p:nvPr/>
        </p:nvCxnSpPr>
        <p:spPr>
          <a:xfrm rot="5400000" flipH="1" flipV="1">
            <a:off x="2004242" y="507608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A390DA5-7F81-442E-AA63-F6AC31491264}"/>
              </a:ext>
            </a:extLst>
          </p:cNvPr>
          <p:cNvCxnSpPr>
            <a:cxnSpLocks/>
          </p:cNvCxnSpPr>
          <p:nvPr/>
        </p:nvCxnSpPr>
        <p:spPr>
          <a:xfrm flipV="1">
            <a:off x="3317105" y="4642698"/>
            <a:ext cx="1" cy="100226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C7C13A8-1544-417F-AA35-49CBCE5CE588}"/>
              </a:ext>
            </a:extLst>
          </p:cNvPr>
          <p:cNvCxnSpPr/>
          <p:nvPr/>
        </p:nvCxnSpPr>
        <p:spPr>
          <a:xfrm rot="5400000" flipH="1" flipV="1">
            <a:off x="3711598" y="5105453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5D2545B-84AC-49CB-89A8-95951FFA0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304" y="5838085"/>
            <a:ext cx="2590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600">
                <a:latin typeface="Arial" pitchFamily="34" charset="0"/>
              </a:rPr>
              <a:t>g = 3,h = 4,f  = 7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9CEC840-59CC-457A-B22C-79FE87900666}"/>
              </a:ext>
            </a:extLst>
          </p:cNvPr>
          <p:cNvCxnSpPr>
            <a:cxnSpLocks/>
          </p:cNvCxnSpPr>
          <p:nvPr/>
        </p:nvCxnSpPr>
        <p:spPr>
          <a:xfrm flipH="1">
            <a:off x="3993379" y="4200339"/>
            <a:ext cx="2600327" cy="56673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E9A64D17-6692-4844-A060-39585DA86D4A}"/>
              </a:ext>
            </a:extLst>
          </p:cNvPr>
          <p:cNvSpPr/>
          <p:nvPr/>
        </p:nvSpPr>
        <p:spPr>
          <a:xfrm rot="18767257">
            <a:off x="5190946" y="3258690"/>
            <a:ext cx="165218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B68782F-98D5-46A6-A478-61D3BC466670}"/>
              </a:ext>
            </a:extLst>
          </p:cNvPr>
          <p:cNvCxnSpPr>
            <a:cxnSpLocks/>
          </p:cNvCxnSpPr>
          <p:nvPr/>
        </p:nvCxnSpPr>
        <p:spPr>
          <a:xfrm flipV="1">
            <a:off x="4085339" y="2439982"/>
            <a:ext cx="2802053" cy="231748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BD9D76E-190B-48FE-B039-6143F0838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417" y="4675496"/>
            <a:ext cx="838200" cy="137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880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543FC40-13BC-4280-94FC-668FB6299801}"/>
              </a:ext>
            </a:extLst>
          </p:cNvPr>
          <p:cNvSpPr/>
          <p:nvPr/>
        </p:nvSpPr>
        <p:spPr>
          <a:xfrm>
            <a:off x="4809354" y="5473151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86EFB55-5283-407B-BBF3-4520C24501A3}"/>
              </a:ext>
            </a:extLst>
          </p:cNvPr>
          <p:cNvSpPr/>
          <p:nvPr/>
        </p:nvSpPr>
        <p:spPr>
          <a:xfrm>
            <a:off x="5889649" y="5476517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0AD5E45-D4CC-4293-9C43-0B0DA29D3E97}"/>
              </a:ext>
            </a:extLst>
          </p:cNvPr>
          <p:cNvSpPr/>
          <p:nvPr/>
        </p:nvSpPr>
        <p:spPr>
          <a:xfrm>
            <a:off x="4983413" y="538144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graphicFrame>
        <p:nvGraphicFramePr>
          <p:cNvPr id="101" name="Group 88">
            <a:extLst>
              <a:ext uri="{FF2B5EF4-FFF2-40B4-BE49-F238E27FC236}">
                <a16:creationId xmlns:a16="http://schemas.microsoft.com/office/drawing/2014/main" id="{85205494-3F76-4CB2-807F-3CFE82717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472294"/>
              </p:ext>
            </p:extLst>
          </p:nvPr>
        </p:nvGraphicFramePr>
        <p:xfrm>
          <a:off x="4764904" y="5620788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F13D2B5-5DFF-4212-9E17-11D0C052C5C2}"/>
              </a:ext>
            </a:extLst>
          </p:cNvPr>
          <p:cNvCxnSpPr/>
          <p:nvPr/>
        </p:nvCxnSpPr>
        <p:spPr>
          <a:xfrm rot="5400000" flipH="1" flipV="1">
            <a:off x="4976042" y="5069926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1712D6A-56C1-4792-AECE-837F1E57C957}"/>
              </a:ext>
            </a:extLst>
          </p:cNvPr>
          <p:cNvCxnSpPr>
            <a:cxnSpLocks/>
          </p:cNvCxnSpPr>
          <p:nvPr/>
        </p:nvCxnSpPr>
        <p:spPr>
          <a:xfrm flipV="1">
            <a:off x="6315893" y="4636540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C83BA8A-951A-4857-B746-88657DC3E8AD}"/>
              </a:ext>
            </a:extLst>
          </p:cNvPr>
          <p:cNvCxnSpPr>
            <a:cxnSpLocks/>
          </p:cNvCxnSpPr>
          <p:nvPr/>
        </p:nvCxnSpPr>
        <p:spPr>
          <a:xfrm flipV="1">
            <a:off x="7147742" y="4636538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BF19643-5EAA-49D2-A3C5-8AA0127B4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104" y="5831926"/>
            <a:ext cx="2590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600">
                <a:latin typeface="Arial" pitchFamily="34" charset="0"/>
              </a:rPr>
              <a:t>g = 3,h = 3,f  = 6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B01D05F-2277-4889-917D-CF7E9BC7220B}"/>
              </a:ext>
            </a:extLst>
          </p:cNvPr>
          <p:cNvCxnSpPr>
            <a:cxnSpLocks/>
          </p:cNvCxnSpPr>
          <p:nvPr/>
        </p:nvCxnSpPr>
        <p:spPr>
          <a:xfrm flipH="1">
            <a:off x="6308638" y="4229794"/>
            <a:ext cx="500851" cy="43176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89B5B6DC-1075-4453-B4EE-2DC08E4A047D}"/>
              </a:ext>
            </a:extLst>
          </p:cNvPr>
          <p:cNvSpPr/>
          <p:nvPr/>
        </p:nvSpPr>
        <p:spPr>
          <a:xfrm>
            <a:off x="7345454" y="5487438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86144AE-7D6B-4608-8C06-EF7B6321FF97}"/>
              </a:ext>
            </a:extLst>
          </p:cNvPr>
          <p:cNvSpPr/>
          <p:nvPr/>
        </p:nvSpPr>
        <p:spPr>
          <a:xfrm>
            <a:off x="8346305" y="5503868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8F277D9-21F0-4A02-B1BC-1CC9997FA1BB}"/>
              </a:ext>
            </a:extLst>
          </p:cNvPr>
          <p:cNvSpPr/>
          <p:nvPr/>
        </p:nvSpPr>
        <p:spPr>
          <a:xfrm>
            <a:off x="8459519" y="542198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 sz="1600"/>
          </a:p>
        </p:txBody>
      </p:sp>
      <p:graphicFrame>
        <p:nvGraphicFramePr>
          <p:cNvPr id="111" name="Group 88">
            <a:extLst>
              <a:ext uri="{FF2B5EF4-FFF2-40B4-BE49-F238E27FC236}">
                <a16:creationId xmlns:a16="http://schemas.microsoft.com/office/drawing/2014/main" id="{D765AB4B-5595-4A0F-90B1-B91D97ACB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876540"/>
              </p:ext>
            </p:extLst>
          </p:nvPr>
        </p:nvGraphicFramePr>
        <p:xfrm>
          <a:off x="7584304" y="5648139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0F1EAD0-AF8E-46C1-BAAB-AD4E71C95144}"/>
              </a:ext>
            </a:extLst>
          </p:cNvPr>
          <p:cNvCxnSpPr>
            <a:cxnSpLocks/>
          </p:cNvCxnSpPr>
          <p:nvPr/>
        </p:nvCxnSpPr>
        <p:spPr>
          <a:xfrm flipV="1">
            <a:off x="7889104" y="4636539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3683F83-96B5-4194-8450-B1582EC01C7D}"/>
              </a:ext>
            </a:extLst>
          </p:cNvPr>
          <p:cNvCxnSpPr>
            <a:cxnSpLocks/>
          </p:cNvCxnSpPr>
          <p:nvPr/>
        </p:nvCxnSpPr>
        <p:spPr>
          <a:xfrm flipV="1">
            <a:off x="8806227" y="4663891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26C4410-98D1-4AD9-9B5D-4A8D0EFA848F}"/>
              </a:ext>
            </a:extLst>
          </p:cNvPr>
          <p:cNvCxnSpPr>
            <a:cxnSpLocks/>
          </p:cNvCxnSpPr>
          <p:nvPr/>
        </p:nvCxnSpPr>
        <p:spPr>
          <a:xfrm flipV="1">
            <a:off x="9967142" y="4663889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68784C2-CEA8-4E9C-B31D-BFF83A749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0504" y="5859277"/>
            <a:ext cx="2590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1600">
                <a:latin typeface="Arial" pitchFamily="34" charset="0"/>
              </a:rPr>
              <a:t>g = 3,h = 3,f  = 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AA126F3-74E1-4264-81C1-90B4686174AE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7583850" y="4483708"/>
            <a:ext cx="1697243" cy="55496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A61352F-90C5-4F7B-A0E0-C017377988BC}"/>
              </a:ext>
            </a:extLst>
          </p:cNvPr>
          <p:cNvCxnSpPr>
            <a:cxnSpLocks/>
          </p:cNvCxnSpPr>
          <p:nvPr/>
        </p:nvCxnSpPr>
        <p:spPr>
          <a:xfrm flipH="1">
            <a:off x="4624071" y="923918"/>
            <a:ext cx="967920" cy="422274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9D6EE13-40DD-43F3-BB3E-CFF9B53F8270}"/>
              </a:ext>
            </a:extLst>
          </p:cNvPr>
          <p:cNvCxnSpPr>
            <a:cxnSpLocks/>
          </p:cNvCxnSpPr>
          <p:nvPr/>
        </p:nvCxnSpPr>
        <p:spPr>
          <a:xfrm>
            <a:off x="5600157" y="922330"/>
            <a:ext cx="1417637" cy="67468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1A20C91-EF70-459C-BB34-13A2D47E73B0}"/>
              </a:ext>
            </a:extLst>
          </p:cNvPr>
          <p:cNvSpPr/>
          <p:nvPr/>
        </p:nvSpPr>
        <p:spPr>
          <a:xfrm>
            <a:off x="3422378" y="832855"/>
            <a:ext cx="597490" cy="523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A9747A9-5D48-4E27-9097-B05B1BFE494D}"/>
              </a:ext>
            </a:extLst>
          </p:cNvPr>
          <p:cNvSpPr/>
          <p:nvPr/>
        </p:nvSpPr>
        <p:spPr>
          <a:xfrm>
            <a:off x="8278583" y="550281"/>
            <a:ext cx="597490" cy="523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C2EA83D-B27C-42F1-A9C1-3E807BFB0D29}"/>
              </a:ext>
            </a:extLst>
          </p:cNvPr>
          <p:cNvSpPr/>
          <p:nvPr/>
        </p:nvSpPr>
        <p:spPr>
          <a:xfrm>
            <a:off x="1793014" y="2966842"/>
            <a:ext cx="597490" cy="523220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8D192EC-27CF-4657-9C7B-A201D747001F}"/>
              </a:ext>
            </a:extLst>
          </p:cNvPr>
          <p:cNvSpPr/>
          <p:nvPr/>
        </p:nvSpPr>
        <p:spPr>
          <a:xfrm>
            <a:off x="9218520" y="3174526"/>
            <a:ext cx="597490" cy="523220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4CCC36-6375-45E2-9DED-12C9C2DD8757}"/>
              </a:ext>
            </a:extLst>
          </p:cNvPr>
          <p:cNvSpPr/>
          <p:nvPr/>
        </p:nvSpPr>
        <p:spPr>
          <a:xfrm>
            <a:off x="6429445" y="4744297"/>
            <a:ext cx="597490" cy="523220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32A291D-C8BF-4E47-8E01-7997E4A66219}"/>
              </a:ext>
            </a:extLst>
          </p:cNvPr>
          <p:cNvSpPr/>
          <p:nvPr/>
        </p:nvSpPr>
        <p:spPr>
          <a:xfrm>
            <a:off x="9281093" y="4777062"/>
            <a:ext cx="597490" cy="523220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7F620ED-62FB-46A0-8776-AD61EA60E981}"/>
              </a:ext>
            </a:extLst>
          </p:cNvPr>
          <p:cNvSpPr/>
          <p:nvPr/>
        </p:nvSpPr>
        <p:spPr>
          <a:xfrm>
            <a:off x="3267437" y="4251523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6F3B919-BB1B-49BA-BA62-CEDB69D6756D}"/>
              </a:ext>
            </a:extLst>
          </p:cNvPr>
          <p:cNvSpPr/>
          <p:nvPr/>
        </p:nvSpPr>
        <p:spPr>
          <a:xfrm>
            <a:off x="9203554" y="3162115"/>
            <a:ext cx="597490" cy="5232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193B3017-25FA-4586-BD0C-131226E12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391" y="122861"/>
            <a:ext cx="1674083" cy="102745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18487BA0-FC4D-4A4B-B868-855E1359146F}"/>
              </a:ext>
            </a:extLst>
          </p:cNvPr>
          <p:cNvSpPr txBox="1"/>
          <p:nvPr/>
        </p:nvSpPr>
        <p:spPr>
          <a:xfrm>
            <a:off x="1610005" y="832855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f=h+g</a:t>
            </a:r>
          </a:p>
        </p:txBody>
      </p:sp>
      <p:pic>
        <p:nvPicPr>
          <p:cNvPr id="11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023" y="-13447"/>
            <a:ext cx="1998663" cy="78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6CB078-0192-C12B-F41C-210B121FF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7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1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4" grpId="1" animBg="1"/>
      <p:bldP spid="65" grpId="0" animBg="1"/>
      <p:bldP spid="66" grpId="0" animBg="1"/>
      <p:bldP spid="68" grpId="0" animBg="1"/>
      <p:bldP spid="92" grpId="0"/>
      <p:bldP spid="94" grpId="0"/>
      <p:bldP spid="96" grpId="0"/>
      <p:bldP spid="98" grpId="0" animBg="1"/>
      <p:bldP spid="99" grpId="0" animBg="1"/>
      <p:bldP spid="100" grpId="0" animBg="1"/>
      <p:bldP spid="105" grpId="0"/>
      <p:bldP spid="108" grpId="0" animBg="1"/>
      <p:bldP spid="109" grpId="0" animBg="1"/>
      <p:bldP spid="110" grpId="0" animBg="1"/>
      <p:bldP spid="115" grpId="0"/>
      <p:bldP spid="77" grpId="0" animBg="1"/>
      <p:bldP spid="78" grpId="0" animBg="1"/>
      <p:bldP spid="79" grpId="0" animBg="1"/>
      <p:bldP spid="93" grpId="0" animBg="1"/>
      <p:bldP spid="9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0460CBB0-A91F-4527-9846-4C57AA40F0FF}" type="slidenum">
              <a:rPr lang="en-US" altLang="en-US" smtClean="0">
                <a:latin typeface="Garamond" pitchFamily="18" charset="0"/>
              </a:rPr>
              <a:pPr eaLnBrk="1" hangingPunct="1"/>
              <a:t>45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981200" y="2426254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71914" y="2411967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73401" y="2434193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25418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42959"/>
              </p:ext>
            </p:extLst>
          </p:nvPr>
        </p:nvGraphicFramePr>
        <p:xfrm>
          <a:off x="2011364" y="2559604"/>
          <a:ext cx="2713037" cy="274638"/>
        </p:xfrm>
        <a:graphic>
          <a:graphicData uri="http://schemas.openxmlformats.org/drawingml/2006/table">
            <a:tbl>
              <a:tblPr/>
              <a:tblGrid>
                <a:gridCol w="27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/>
          <p:nvPr/>
        </p:nvCxnSpPr>
        <p:spPr>
          <a:xfrm rot="5400000" flipH="1" flipV="1">
            <a:off x="2166938" y="2023029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 flipV="1">
            <a:off x="3002757" y="2057161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 flipH="1" flipV="1">
            <a:off x="3834607" y="2107961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2043113" y="2834242"/>
            <a:ext cx="25272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2; h = 4; f  = 6</a:t>
            </a:r>
          </a:p>
        </p:txBody>
      </p:sp>
      <p:sp>
        <p:nvSpPr>
          <p:cNvPr id="130123" name="Rectangle 2"/>
          <p:cNvSpPr>
            <a:spLocks noChangeArrowheads="1"/>
          </p:cNvSpPr>
          <p:nvPr/>
        </p:nvSpPr>
        <p:spPr bwMode="auto">
          <a:xfrm>
            <a:off x="2011363" y="304801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Với N =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C2EA83D-B27C-42F1-A9C1-3E807BFB0D29}"/>
              </a:ext>
            </a:extLst>
          </p:cNvPr>
          <p:cNvSpPr/>
          <p:nvPr/>
        </p:nvSpPr>
        <p:spPr>
          <a:xfrm>
            <a:off x="1828710" y="1557882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7F620ED-62FB-46A0-8776-AD61EA60E981}"/>
              </a:ext>
            </a:extLst>
          </p:cNvPr>
          <p:cNvSpPr/>
          <p:nvPr/>
        </p:nvSpPr>
        <p:spPr>
          <a:xfrm>
            <a:off x="3303133" y="2842563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D057EF0-67E6-476D-AE3B-7EF4F603FD48}"/>
              </a:ext>
            </a:extLst>
          </p:cNvPr>
          <p:cNvSpPr/>
          <p:nvPr/>
        </p:nvSpPr>
        <p:spPr>
          <a:xfrm>
            <a:off x="1905000" y="434736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DB234A35-FE1B-4B92-8666-7E88143558C4}"/>
              </a:ext>
            </a:extLst>
          </p:cNvPr>
          <p:cNvSpPr/>
          <p:nvPr/>
        </p:nvSpPr>
        <p:spPr>
          <a:xfrm>
            <a:off x="3743052" y="4348163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D1DD456-48E0-4885-999E-606F8A6BFCBB}"/>
              </a:ext>
            </a:extLst>
          </p:cNvPr>
          <p:cNvSpPr/>
          <p:nvPr/>
        </p:nvSpPr>
        <p:spPr>
          <a:xfrm>
            <a:off x="2078538" y="4191001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18" name="Group 74">
            <a:extLst>
              <a:ext uri="{FF2B5EF4-FFF2-40B4-BE49-F238E27FC236}">
                <a16:creationId xmlns:a16="http://schemas.microsoft.com/office/drawing/2014/main" id="{2BE357D1-A3EA-4C7C-A19B-89C6B8AEC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12559"/>
              </p:ext>
            </p:extLst>
          </p:nvPr>
        </p:nvGraphicFramePr>
        <p:xfrm>
          <a:off x="1882502" y="4495800"/>
          <a:ext cx="2713037" cy="274638"/>
        </p:xfrm>
        <a:graphic>
          <a:graphicData uri="http://schemas.openxmlformats.org/drawingml/2006/table">
            <a:tbl>
              <a:tblPr/>
              <a:tblGrid>
                <a:gridCol w="27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8156530-C84E-4DFE-A656-A22FC7138584}"/>
              </a:ext>
            </a:extLst>
          </p:cNvPr>
          <p:cNvCxnSpPr/>
          <p:nvPr/>
        </p:nvCxnSpPr>
        <p:spPr>
          <a:xfrm rot="5400000" flipH="1" flipV="1">
            <a:off x="2038076" y="395922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DCEF77-385E-409E-8BB3-207FA34F46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73895" y="3993357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46B8B90-5DEA-4FA8-BE43-5AFFA1A0FE2C}"/>
              </a:ext>
            </a:extLst>
          </p:cNvPr>
          <p:cNvCxnSpPr/>
          <p:nvPr/>
        </p:nvCxnSpPr>
        <p:spPr>
          <a:xfrm rot="5400000" flipH="1" flipV="1">
            <a:off x="3705745" y="4044157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3463469-5772-423B-93DC-C91915995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251" y="4770438"/>
            <a:ext cx="25272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3; h = 4; f  = 7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391843E-A959-47AD-8EEC-8A779A9BBD75}"/>
              </a:ext>
            </a:extLst>
          </p:cNvPr>
          <p:cNvSpPr/>
          <p:nvPr/>
        </p:nvSpPr>
        <p:spPr>
          <a:xfrm>
            <a:off x="1699848" y="3494078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90DF4659-3EF4-427A-B96E-F986748BE73B}"/>
              </a:ext>
            </a:extLst>
          </p:cNvPr>
          <p:cNvSpPr/>
          <p:nvPr/>
        </p:nvSpPr>
        <p:spPr>
          <a:xfrm>
            <a:off x="4771231" y="4362450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66DACA0-66D0-44A4-983E-08054A843727}"/>
              </a:ext>
            </a:extLst>
          </p:cNvPr>
          <p:cNvSpPr/>
          <p:nvPr/>
        </p:nvSpPr>
        <p:spPr>
          <a:xfrm>
            <a:off x="4806157" y="4222750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70EBE75C-2882-4AB1-A0CA-7F689ADEB916}"/>
              </a:ext>
            </a:extLst>
          </p:cNvPr>
          <p:cNvSpPr/>
          <p:nvPr/>
        </p:nvSpPr>
        <p:spPr>
          <a:xfrm>
            <a:off x="5817640" y="4377532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28" name="Group 74">
            <a:extLst>
              <a:ext uri="{FF2B5EF4-FFF2-40B4-BE49-F238E27FC236}">
                <a16:creationId xmlns:a16="http://schemas.microsoft.com/office/drawing/2014/main" id="{CBFBB872-7940-4B47-9873-857CC93E7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12559"/>
              </p:ext>
            </p:extLst>
          </p:nvPr>
        </p:nvGraphicFramePr>
        <p:xfrm>
          <a:off x="4739482" y="4495800"/>
          <a:ext cx="2713037" cy="274638"/>
        </p:xfrm>
        <a:graphic>
          <a:graphicData uri="http://schemas.openxmlformats.org/drawingml/2006/table">
            <a:tbl>
              <a:tblPr/>
              <a:tblGrid>
                <a:gridCol w="27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7D08C7F-0692-4BB8-8EB6-B9191B40D706}"/>
              </a:ext>
            </a:extLst>
          </p:cNvPr>
          <p:cNvCxnSpPr/>
          <p:nvPr/>
        </p:nvCxnSpPr>
        <p:spPr>
          <a:xfrm rot="5400000" flipH="1" flipV="1">
            <a:off x="4895056" y="395922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C056E3A-2310-4222-AAA0-0AA255C7916E}"/>
              </a:ext>
            </a:extLst>
          </p:cNvPr>
          <p:cNvCxnSpPr/>
          <p:nvPr/>
        </p:nvCxnSpPr>
        <p:spPr>
          <a:xfrm rot="5400000" flipH="1" flipV="1">
            <a:off x="5730875" y="3993357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16EF723-8651-46EC-87E5-D9D9CDE57563}"/>
              </a:ext>
            </a:extLst>
          </p:cNvPr>
          <p:cNvCxnSpPr/>
          <p:nvPr/>
        </p:nvCxnSpPr>
        <p:spPr>
          <a:xfrm rot="5400000" flipH="1" flipV="1">
            <a:off x="6562725" y="4044157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180C15-AFF4-4157-A655-6DD4F0F1AC48}"/>
              </a:ext>
            </a:extLst>
          </p:cNvPr>
          <p:cNvCxnSpPr/>
          <p:nvPr/>
        </p:nvCxnSpPr>
        <p:spPr>
          <a:xfrm flipH="1">
            <a:off x="2773863" y="3276600"/>
            <a:ext cx="640851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26A8AB-FECF-4C9C-B562-A6CC3BE4DAAE}"/>
              </a:ext>
            </a:extLst>
          </p:cNvPr>
          <p:cNvCxnSpPr/>
          <p:nvPr/>
        </p:nvCxnSpPr>
        <p:spPr>
          <a:xfrm>
            <a:off x="3743052" y="3276602"/>
            <a:ext cx="1819549" cy="609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431ADEA-587C-44CB-B448-FF9925AD6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1699" y="3406776"/>
            <a:ext cx="8382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960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6E68C01-BA84-4A01-8F3A-ABEB9D83DBD3}"/>
              </a:ext>
            </a:extLst>
          </p:cNvPr>
          <p:cNvSpPr/>
          <p:nvPr/>
        </p:nvSpPr>
        <p:spPr>
          <a:xfrm>
            <a:off x="7639325" y="4328080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CD9FC7B3-0977-43FC-B6FA-4CF23BF76753}"/>
              </a:ext>
            </a:extLst>
          </p:cNvPr>
          <p:cNvSpPr/>
          <p:nvPr/>
        </p:nvSpPr>
        <p:spPr>
          <a:xfrm>
            <a:off x="9530039" y="4313793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13D70CD9-460D-4082-949D-CEFB886C441D}"/>
              </a:ext>
            </a:extLst>
          </p:cNvPr>
          <p:cNvSpPr/>
          <p:nvPr/>
        </p:nvSpPr>
        <p:spPr>
          <a:xfrm>
            <a:off x="9596713" y="420266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7" name="Group 74">
            <a:extLst>
              <a:ext uri="{FF2B5EF4-FFF2-40B4-BE49-F238E27FC236}">
                <a16:creationId xmlns:a16="http://schemas.microsoft.com/office/drawing/2014/main" id="{94D5A9EE-3DD0-45C0-8391-36B8EC6FD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762047"/>
              </p:ext>
            </p:extLst>
          </p:nvPr>
        </p:nvGraphicFramePr>
        <p:xfrm>
          <a:off x="7669489" y="4461430"/>
          <a:ext cx="2713037" cy="274638"/>
        </p:xfrm>
        <a:graphic>
          <a:graphicData uri="http://schemas.openxmlformats.org/drawingml/2006/table">
            <a:tbl>
              <a:tblPr/>
              <a:tblGrid>
                <a:gridCol w="27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CC371DB-F70E-4E9D-B1B2-C0E2A5E7A79C}"/>
              </a:ext>
            </a:extLst>
          </p:cNvPr>
          <p:cNvCxnSpPr/>
          <p:nvPr/>
        </p:nvCxnSpPr>
        <p:spPr>
          <a:xfrm rot="5400000" flipH="1" flipV="1">
            <a:off x="7825063" y="3924855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E44A9AE-A5F5-4FC3-97DA-BB04FACB5722}"/>
              </a:ext>
            </a:extLst>
          </p:cNvPr>
          <p:cNvCxnSpPr/>
          <p:nvPr/>
        </p:nvCxnSpPr>
        <p:spPr>
          <a:xfrm rot="5400000" flipH="1" flipV="1">
            <a:off x="8660882" y="3958987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6CC08C3-2435-410B-BC3B-5B6D73E6DD8E}"/>
              </a:ext>
            </a:extLst>
          </p:cNvPr>
          <p:cNvCxnSpPr/>
          <p:nvPr/>
        </p:nvCxnSpPr>
        <p:spPr>
          <a:xfrm rot="5400000" flipH="1" flipV="1">
            <a:off x="9492732" y="4009787"/>
            <a:ext cx="9271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2C1BF7E2-9418-4376-9275-2AB485742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1238" y="4736068"/>
            <a:ext cx="25272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3; h = 5; f  = 8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E3636CD-7561-462B-A35D-B25DB6F9EA81}"/>
              </a:ext>
            </a:extLst>
          </p:cNvPr>
          <p:cNvCxnSpPr>
            <a:cxnSpLocks/>
          </p:cNvCxnSpPr>
          <p:nvPr/>
        </p:nvCxnSpPr>
        <p:spPr>
          <a:xfrm>
            <a:off x="4815682" y="3001962"/>
            <a:ext cx="4073187" cy="201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40EE266-1E63-4F6F-B64C-0767DEBFFDDD}"/>
              </a:ext>
            </a:extLst>
          </p:cNvPr>
          <p:cNvSpPr/>
          <p:nvPr/>
        </p:nvSpPr>
        <p:spPr>
          <a:xfrm>
            <a:off x="8361047" y="3362593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E8844A-C100-4E99-842C-E92640ABCA13}"/>
              </a:ext>
            </a:extLst>
          </p:cNvPr>
          <p:cNvSpPr/>
          <p:nvPr/>
        </p:nvSpPr>
        <p:spPr>
          <a:xfrm rot="18767257">
            <a:off x="5250438" y="2778264"/>
            <a:ext cx="205909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 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C70D4F-3F80-46AF-8AFE-88A20028B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1" y="1044575"/>
            <a:ext cx="3038083" cy="1196974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82692D38-2230-4826-B01B-416663AB2E6B}"/>
              </a:ext>
            </a:extLst>
          </p:cNvPr>
          <p:cNvSpPr/>
          <p:nvPr/>
        </p:nvSpPr>
        <p:spPr>
          <a:xfrm>
            <a:off x="1828210" y="1536680"/>
            <a:ext cx="597490" cy="5847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2092F2-6BC7-4489-95A0-0406DBF30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769" y="5124915"/>
            <a:ext cx="4292373" cy="106842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3" name="Oval 52">
            <a:extLst>
              <a:ext uri="{FF2B5EF4-FFF2-40B4-BE49-F238E27FC236}">
                <a16:creationId xmlns:a16="http://schemas.microsoft.com/office/drawing/2014/main" id="{79D206F8-BEB2-4D84-9D85-E7AA131AE5B6}"/>
              </a:ext>
            </a:extLst>
          </p:cNvPr>
          <p:cNvSpPr/>
          <p:nvPr/>
        </p:nvSpPr>
        <p:spPr>
          <a:xfrm>
            <a:off x="4815682" y="5951072"/>
            <a:ext cx="1076998" cy="2682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  min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BB066CA-9010-4EA4-B265-533B61B66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538" y="104772"/>
            <a:ext cx="1628499" cy="9994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8487BA0-FC4D-4A4B-B868-855E1359146F}"/>
              </a:ext>
            </a:extLst>
          </p:cNvPr>
          <p:cNvSpPr txBox="1"/>
          <p:nvPr/>
        </p:nvSpPr>
        <p:spPr>
          <a:xfrm>
            <a:off x="1693274" y="114742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f=h+g</a:t>
            </a:r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211" y="600516"/>
            <a:ext cx="1998663" cy="78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BA49EB-FAA6-9CE8-A197-279AB7537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1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93" grpId="0" animBg="1"/>
      <p:bldP spid="106" grpId="0" animBg="1"/>
      <p:bldP spid="116" grpId="0" animBg="1"/>
      <p:bldP spid="117" grpId="0" animBg="1"/>
      <p:bldP spid="122" grpId="0"/>
      <p:bldP spid="123" grpId="0" animBg="1"/>
      <p:bldP spid="125" grpId="0" animBg="1"/>
      <p:bldP spid="126" grpId="0" animBg="1"/>
      <p:bldP spid="127" grpId="0" animBg="1"/>
      <p:bldP spid="133" grpId="0"/>
      <p:bldP spid="134" grpId="0" animBg="1"/>
      <p:bldP spid="135" grpId="0" animBg="1"/>
      <p:bldP spid="136" grpId="0" animBg="1"/>
      <p:bldP spid="141" grpId="0"/>
      <p:bldP spid="144" grpId="0" animBg="1"/>
      <p:bldP spid="44" grpId="0"/>
      <p:bldP spid="50" grpId="0" animBg="1"/>
      <p:bldP spid="5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17220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0460CBB0-A91F-4527-9846-4C57AA40F0FF}" type="slidenum">
              <a:rPr lang="en-US" altLang="en-US" smtClean="0">
                <a:latin typeface="Garamond" pitchFamily="18" charset="0"/>
              </a:rPr>
              <a:pPr eaLnBrk="1" hangingPunct="1"/>
              <a:t>46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30123" name="Rectangle 2"/>
          <p:cNvSpPr>
            <a:spLocks noChangeArrowheads="1"/>
          </p:cNvSpPr>
          <p:nvPr/>
        </p:nvSpPr>
        <p:spPr bwMode="auto">
          <a:xfrm>
            <a:off x="2050030" y="99396"/>
            <a:ext cx="8229600" cy="551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000" b="1" dirty="0" err="1">
                <a:solidFill>
                  <a:srgbClr val="005028"/>
                </a:solidFill>
                <a:latin typeface="Tahoma" pitchFamily="34" charset="0"/>
              </a:rPr>
              <a:t>Với</a:t>
            </a:r>
            <a:r>
              <a:rPr lang="en-US" sz="4000" b="1" dirty="0">
                <a:solidFill>
                  <a:srgbClr val="005028"/>
                </a:solidFill>
                <a:latin typeface="Tahoma" pitchFamily="34" charset="0"/>
              </a:rPr>
              <a:t> N = 3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FB8D5C1-51F0-4648-B65B-622E8E405357}"/>
              </a:ext>
            </a:extLst>
          </p:cNvPr>
          <p:cNvSpPr/>
          <p:nvPr/>
        </p:nvSpPr>
        <p:spPr>
          <a:xfrm>
            <a:off x="6516233" y="1338263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899C53F-5F38-4537-B24A-042C08AFB850}"/>
              </a:ext>
            </a:extLst>
          </p:cNvPr>
          <p:cNvSpPr/>
          <p:nvPr/>
        </p:nvSpPr>
        <p:spPr>
          <a:xfrm>
            <a:off x="7619547" y="1338263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C6065A3-5D03-4474-9654-405E15D05140}"/>
              </a:ext>
            </a:extLst>
          </p:cNvPr>
          <p:cNvSpPr/>
          <p:nvPr/>
        </p:nvSpPr>
        <p:spPr>
          <a:xfrm>
            <a:off x="8538709" y="136048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4" name="Group 88">
            <a:extLst>
              <a:ext uri="{FF2B5EF4-FFF2-40B4-BE49-F238E27FC236}">
                <a16:creationId xmlns:a16="http://schemas.microsoft.com/office/drawing/2014/main" id="{E56874EE-5ADC-47C4-8909-298BA79AD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458156"/>
              </p:ext>
            </p:extLst>
          </p:nvPr>
        </p:nvGraphicFramePr>
        <p:xfrm>
          <a:off x="6531298" y="1495824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9EF1B20-0B91-4D9B-99E7-F3E064CB1B21}"/>
              </a:ext>
            </a:extLst>
          </p:cNvPr>
          <p:cNvCxnSpPr/>
          <p:nvPr/>
        </p:nvCxnSpPr>
        <p:spPr>
          <a:xfrm rot="5400000" flipH="1" flipV="1">
            <a:off x="6701971" y="935038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39E7BB9-8F1C-4C9E-A5E5-24038B51ADD3}"/>
              </a:ext>
            </a:extLst>
          </p:cNvPr>
          <p:cNvCxnSpPr/>
          <p:nvPr/>
        </p:nvCxnSpPr>
        <p:spPr>
          <a:xfrm rot="5400000" flipH="1" flipV="1">
            <a:off x="7629865" y="954882"/>
            <a:ext cx="825500" cy="1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1EEAB1B-6493-447E-A9F8-70998F8CDB99}"/>
              </a:ext>
            </a:extLst>
          </p:cNvPr>
          <p:cNvCxnSpPr/>
          <p:nvPr/>
        </p:nvCxnSpPr>
        <p:spPr>
          <a:xfrm rot="5400000" flipH="1" flipV="1">
            <a:off x="8409327" y="964406"/>
            <a:ext cx="927100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A2E6C35-EC0D-421E-B6D7-CF5DC44A1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298" y="1706962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2,h = 4,f  = 6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543FC40-13BC-4280-94FC-668FB6299801}"/>
              </a:ext>
            </a:extLst>
          </p:cNvPr>
          <p:cNvSpPr/>
          <p:nvPr/>
        </p:nvSpPr>
        <p:spPr>
          <a:xfrm>
            <a:off x="4885515" y="304644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86EFB55-5283-407B-BBF3-4520C24501A3}"/>
              </a:ext>
            </a:extLst>
          </p:cNvPr>
          <p:cNvSpPr/>
          <p:nvPr/>
        </p:nvSpPr>
        <p:spPr>
          <a:xfrm>
            <a:off x="5965810" y="3049815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0AD5E45-D4CC-4293-9C43-0B0DA29D3E97}"/>
              </a:ext>
            </a:extLst>
          </p:cNvPr>
          <p:cNvSpPr/>
          <p:nvPr/>
        </p:nvSpPr>
        <p:spPr>
          <a:xfrm>
            <a:off x="5059574" y="2954738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1" name="Group 88">
            <a:extLst>
              <a:ext uri="{FF2B5EF4-FFF2-40B4-BE49-F238E27FC236}">
                <a16:creationId xmlns:a16="http://schemas.microsoft.com/office/drawing/2014/main" id="{85205494-3F76-4CB2-807F-3CFE82717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600544"/>
              </p:ext>
            </p:extLst>
          </p:nvPr>
        </p:nvGraphicFramePr>
        <p:xfrm>
          <a:off x="4841065" y="3194086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F13D2B5-5DFF-4212-9E17-11D0C052C5C2}"/>
              </a:ext>
            </a:extLst>
          </p:cNvPr>
          <p:cNvCxnSpPr/>
          <p:nvPr/>
        </p:nvCxnSpPr>
        <p:spPr>
          <a:xfrm rot="5400000" flipH="1" flipV="1">
            <a:off x="5052203" y="2643224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1712D6A-56C1-4792-AECE-837F1E57C957}"/>
              </a:ext>
            </a:extLst>
          </p:cNvPr>
          <p:cNvCxnSpPr>
            <a:cxnSpLocks/>
          </p:cNvCxnSpPr>
          <p:nvPr/>
        </p:nvCxnSpPr>
        <p:spPr>
          <a:xfrm flipV="1">
            <a:off x="6392054" y="2209838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C83BA8A-951A-4857-B746-88657DC3E8AD}"/>
              </a:ext>
            </a:extLst>
          </p:cNvPr>
          <p:cNvCxnSpPr>
            <a:cxnSpLocks/>
          </p:cNvCxnSpPr>
          <p:nvPr/>
        </p:nvCxnSpPr>
        <p:spPr>
          <a:xfrm flipV="1">
            <a:off x="7223903" y="2209836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BF19643-5EAA-49D2-A3C5-8AA0127B4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265" y="3405224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3,h = 3,f  = 6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B01D05F-2277-4889-917D-CF7E9BC7220B}"/>
              </a:ext>
            </a:extLst>
          </p:cNvPr>
          <p:cNvCxnSpPr>
            <a:cxnSpLocks/>
          </p:cNvCxnSpPr>
          <p:nvPr/>
        </p:nvCxnSpPr>
        <p:spPr>
          <a:xfrm flipH="1">
            <a:off x="6205295" y="1803092"/>
            <a:ext cx="680355" cy="54045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89B5B6DC-1075-4453-B4EE-2DC08E4A047D}"/>
              </a:ext>
            </a:extLst>
          </p:cNvPr>
          <p:cNvSpPr/>
          <p:nvPr/>
        </p:nvSpPr>
        <p:spPr>
          <a:xfrm>
            <a:off x="7421615" y="3060736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86144AE-7D6B-4608-8C06-EF7B6321FF97}"/>
              </a:ext>
            </a:extLst>
          </p:cNvPr>
          <p:cNvSpPr/>
          <p:nvPr/>
        </p:nvSpPr>
        <p:spPr>
          <a:xfrm>
            <a:off x="8422466" y="3077166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8F277D9-21F0-4A02-B1BC-1CC9997FA1BB}"/>
              </a:ext>
            </a:extLst>
          </p:cNvPr>
          <p:cNvSpPr/>
          <p:nvPr/>
        </p:nvSpPr>
        <p:spPr>
          <a:xfrm>
            <a:off x="8535680" y="2995287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11" name="Group 88">
            <a:extLst>
              <a:ext uri="{FF2B5EF4-FFF2-40B4-BE49-F238E27FC236}">
                <a16:creationId xmlns:a16="http://schemas.microsoft.com/office/drawing/2014/main" id="{D765AB4B-5595-4A0F-90B1-B91D97ACB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320872"/>
              </p:ext>
            </p:extLst>
          </p:nvPr>
        </p:nvGraphicFramePr>
        <p:xfrm>
          <a:off x="7660465" y="3221437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0F1EAD0-AF8E-46C1-BAAB-AD4E71C95144}"/>
              </a:ext>
            </a:extLst>
          </p:cNvPr>
          <p:cNvCxnSpPr>
            <a:cxnSpLocks/>
          </p:cNvCxnSpPr>
          <p:nvPr/>
        </p:nvCxnSpPr>
        <p:spPr>
          <a:xfrm flipV="1">
            <a:off x="7965265" y="2209837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3683F83-96B5-4194-8450-B1582EC01C7D}"/>
              </a:ext>
            </a:extLst>
          </p:cNvPr>
          <p:cNvCxnSpPr>
            <a:cxnSpLocks/>
          </p:cNvCxnSpPr>
          <p:nvPr/>
        </p:nvCxnSpPr>
        <p:spPr>
          <a:xfrm flipV="1">
            <a:off x="8882388" y="2237189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26C4410-98D1-4AD9-9B5D-4A8D0EFA848F}"/>
              </a:ext>
            </a:extLst>
          </p:cNvPr>
          <p:cNvCxnSpPr>
            <a:cxnSpLocks/>
          </p:cNvCxnSpPr>
          <p:nvPr/>
        </p:nvCxnSpPr>
        <p:spPr>
          <a:xfrm flipV="1">
            <a:off x="10043303" y="2237187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68784C2-CEA8-4E9C-B31D-BFF83A749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6665" y="3432575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3,h = 3,f  = 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AA126F3-74E1-4264-81C1-90B4686174AE}"/>
              </a:ext>
            </a:extLst>
          </p:cNvPr>
          <p:cNvCxnSpPr/>
          <p:nvPr/>
        </p:nvCxnSpPr>
        <p:spPr>
          <a:xfrm>
            <a:off x="7660011" y="2057006"/>
            <a:ext cx="1524454" cy="32305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3F4CCC36-6375-45E2-9DED-12C9C2DD8757}"/>
              </a:ext>
            </a:extLst>
          </p:cNvPr>
          <p:cNvSpPr/>
          <p:nvPr/>
        </p:nvSpPr>
        <p:spPr>
          <a:xfrm>
            <a:off x="6505606" y="2317595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32A291D-C8BF-4E47-8E01-7997E4A66219}"/>
              </a:ext>
            </a:extLst>
          </p:cNvPr>
          <p:cNvSpPr/>
          <p:nvPr/>
        </p:nvSpPr>
        <p:spPr>
          <a:xfrm>
            <a:off x="9357254" y="2350360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6F3B919-BB1B-49BA-BA62-CEDB69D6756D}"/>
              </a:ext>
            </a:extLst>
          </p:cNvPr>
          <p:cNvSpPr/>
          <p:nvPr/>
        </p:nvSpPr>
        <p:spPr>
          <a:xfrm>
            <a:off x="9044371" y="533382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E8B702D-7ACE-4524-B57E-08C8C47BCA3B}"/>
              </a:ext>
            </a:extLst>
          </p:cNvPr>
          <p:cNvSpPr/>
          <p:nvPr/>
        </p:nvSpPr>
        <p:spPr>
          <a:xfrm>
            <a:off x="6435371" y="3409348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A895273-9A9A-482F-80E7-4AC22E23ED7F}"/>
              </a:ext>
            </a:extLst>
          </p:cNvPr>
          <p:cNvSpPr/>
          <p:nvPr/>
        </p:nvSpPr>
        <p:spPr>
          <a:xfrm>
            <a:off x="1758397" y="2217766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34D2F19-0E95-4EF1-951C-413DAE0E0AEE}"/>
              </a:ext>
            </a:extLst>
          </p:cNvPr>
          <p:cNvSpPr/>
          <p:nvPr/>
        </p:nvSpPr>
        <p:spPr>
          <a:xfrm>
            <a:off x="2838692" y="2221132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A9B0AA1-6589-47A1-AFCB-01DF4D85860D}"/>
              </a:ext>
            </a:extLst>
          </p:cNvPr>
          <p:cNvSpPr/>
          <p:nvPr/>
        </p:nvSpPr>
        <p:spPr>
          <a:xfrm>
            <a:off x="3701248" y="224940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19" name="Group 88">
            <a:extLst>
              <a:ext uri="{FF2B5EF4-FFF2-40B4-BE49-F238E27FC236}">
                <a16:creationId xmlns:a16="http://schemas.microsoft.com/office/drawing/2014/main" id="{5EF4EF9F-1B76-483F-8978-EBE3C2FB8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630656"/>
              </p:ext>
            </p:extLst>
          </p:nvPr>
        </p:nvGraphicFramePr>
        <p:xfrm>
          <a:off x="1713947" y="2365403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EDE1D27-D30B-4C55-96E2-1C05862F9B50}"/>
              </a:ext>
            </a:extLst>
          </p:cNvPr>
          <p:cNvCxnSpPr/>
          <p:nvPr/>
        </p:nvCxnSpPr>
        <p:spPr>
          <a:xfrm rot="5400000" flipH="1" flipV="1">
            <a:off x="1925085" y="1814541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11309A3-7F1C-442A-BD27-E3EF95CB04A4}"/>
              </a:ext>
            </a:extLst>
          </p:cNvPr>
          <p:cNvCxnSpPr>
            <a:cxnSpLocks/>
          </p:cNvCxnSpPr>
          <p:nvPr/>
        </p:nvCxnSpPr>
        <p:spPr>
          <a:xfrm flipV="1">
            <a:off x="3224471" y="1371231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4D61F4-B62F-4C9C-80BA-F24EDB2446C5}"/>
              </a:ext>
            </a:extLst>
          </p:cNvPr>
          <p:cNvCxnSpPr>
            <a:cxnSpLocks/>
          </p:cNvCxnSpPr>
          <p:nvPr/>
        </p:nvCxnSpPr>
        <p:spPr>
          <a:xfrm flipV="1">
            <a:off x="4056320" y="1371229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1E1AAF-40B2-4EA7-B0EE-04870A18F026}"/>
              </a:ext>
            </a:extLst>
          </p:cNvPr>
          <p:cNvCxnSpPr>
            <a:cxnSpLocks/>
          </p:cNvCxnSpPr>
          <p:nvPr/>
        </p:nvCxnSpPr>
        <p:spPr>
          <a:xfrm flipH="1" flipV="1">
            <a:off x="4200510" y="1749384"/>
            <a:ext cx="1229518" cy="159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D8C30AE-1CB2-4FE2-B354-B317CAE47371}"/>
              </a:ext>
            </a:extLst>
          </p:cNvPr>
          <p:cNvSpPr/>
          <p:nvPr/>
        </p:nvSpPr>
        <p:spPr>
          <a:xfrm rot="20987752">
            <a:off x="4249817" y="1039226"/>
            <a:ext cx="204626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 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87CD7C0-90A7-4EE8-9E85-78932AACF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293" y="1010074"/>
            <a:ext cx="8382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960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7C55ECEC-69B5-42D7-9EB9-02B53C11E05D}"/>
              </a:ext>
            </a:extLst>
          </p:cNvPr>
          <p:cNvSpPr/>
          <p:nvPr/>
        </p:nvSpPr>
        <p:spPr>
          <a:xfrm>
            <a:off x="1761315" y="5341914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F08399A1-E877-47A1-B6AC-E51CCAD7CAB5}"/>
              </a:ext>
            </a:extLst>
          </p:cNvPr>
          <p:cNvSpPr/>
          <p:nvPr/>
        </p:nvSpPr>
        <p:spPr>
          <a:xfrm>
            <a:off x="3683779" y="5345280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E1AA83E0-AF76-46CC-BCB8-43346CE1D1EB}"/>
              </a:ext>
            </a:extLst>
          </p:cNvPr>
          <p:cNvSpPr/>
          <p:nvPr/>
        </p:nvSpPr>
        <p:spPr>
          <a:xfrm>
            <a:off x="2014292" y="5211393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30" name="Group 88">
            <a:extLst>
              <a:ext uri="{FF2B5EF4-FFF2-40B4-BE49-F238E27FC236}">
                <a16:creationId xmlns:a16="http://schemas.microsoft.com/office/drawing/2014/main" id="{9B5B2DF9-B37F-4352-AC4B-FC2CD35DC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684826"/>
              </p:ext>
            </p:extLst>
          </p:nvPr>
        </p:nvGraphicFramePr>
        <p:xfrm>
          <a:off x="1716865" y="5489551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324EE43-E562-4091-A169-37B3FDE49278}"/>
              </a:ext>
            </a:extLst>
          </p:cNvPr>
          <p:cNvCxnSpPr/>
          <p:nvPr/>
        </p:nvCxnSpPr>
        <p:spPr>
          <a:xfrm rot="5400000" flipH="1" flipV="1">
            <a:off x="1928003" y="4938689"/>
            <a:ext cx="75565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4409EFC-039E-41CE-8EB4-AF83FF0B0244}"/>
              </a:ext>
            </a:extLst>
          </p:cNvPr>
          <p:cNvCxnSpPr>
            <a:cxnSpLocks/>
          </p:cNvCxnSpPr>
          <p:nvPr/>
        </p:nvCxnSpPr>
        <p:spPr>
          <a:xfrm flipV="1">
            <a:off x="3267854" y="4505303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8BC5E83-D1ED-4155-83B3-12E39BCA25DF}"/>
              </a:ext>
            </a:extLst>
          </p:cNvPr>
          <p:cNvCxnSpPr>
            <a:cxnSpLocks/>
          </p:cNvCxnSpPr>
          <p:nvPr/>
        </p:nvCxnSpPr>
        <p:spPr>
          <a:xfrm flipV="1">
            <a:off x="4099703" y="4505301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C2FB55F-D0D7-4EAC-AE92-984DFA1ADD08}"/>
              </a:ext>
            </a:extLst>
          </p:cNvPr>
          <p:cNvCxnSpPr>
            <a:cxnSpLocks/>
          </p:cNvCxnSpPr>
          <p:nvPr/>
        </p:nvCxnSpPr>
        <p:spPr>
          <a:xfrm flipH="1">
            <a:off x="3469466" y="3602074"/>
            <a:ext cx="1854691" cy="118538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2E01D50-3A39-4CD8-8C8A-46A945A4714E}"/>
              </a:ext>
            </a:extLst>
          </p:cNvPr>
          <p:cNvSpPr/>
          <p:nvPr/>
        </p:nvSpPr>
        <p:spPr>
          <a:xfrm rot="20987752">
            <a:off x="2036807" y="3983003"/>
            <a:ext cx="207191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 H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214C856-FF09-4602-A00C-4056440C5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085" y="4197327"/>
            <a:ext cx="8382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960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1846ED6-C76A-4064-83B2-77928E3FF1A9}"/>
              </a:ext>
            </a:extLst>
          </p:cNvPr>
          <p:cNvSpPr/>
          <p:nvPr/>
        </p:nvSpPr>
        <p:spPr>
          <a:xfrm>
            <a:off x="6519551" y="2335284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ED2589B-3DFE-40F2-ACB0-D6973820AA94}"/>
              </a:ext>
            </a:extLst>
          </p:cNvPr>
          <p:cNvSpPr/>
          <p:nvPr/>
        </p:nvSpPr>
        <p:spPr>
          <a:xfrm>
            <a:off x="4530287" y="5185032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29969B04-248B-4E09-A6F1-4C8CE68926EB}"/>
              </a:ext>
            </a:extLst>
          </p:cNvPr>
          <p:cNvSpPr/>
          <p:nvPr/>
        </p:nvSpPr>
        <p:spPr>
          <a:xfrm>
            <a:off x="5531138" y="5201462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12928F2C-BB79-4310-BEA5-6147583A67C2}"/>
              </a:ext>
            </a:extLst>
          </p:cNvPr>
          <p:cNvSpPr/>
          <p:nvPr/>
        </p:nvSpPr>
        <p:spPr>
          <a:xfrm>
            <a:off x="6812741" y="520105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41" name="Group 88">
            <a:extLst>
              <a:ext uri="{FF2B5EF4-FFF2-40B4-BE49-F238E27FC236}">
                <a16:creationId xmlns:a16="http://schemas.microsoft.com/office/drawing/2014/main" id="{756EBA0C-F180-4B2F-9B44-73899F316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804397"/>
              </p:ext>
            </p:extLst>
          </p:nvPr>
        </p:nvGraphicFramePr>
        <p:xfrm>
          <a:off x="4769137" y="5345733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53B1B5D-08F9-476A-8139-FF97B9D5118D}"/>
              </a:ext>
            </a:extLst>
          </p:cNvPr>
          <p:cNvCxnSpPr>
            <a:cxnSpLocks/>
          </p:cNvCxnSpPr>
          <p:nvPr/>
        </p:nvCxnSpPr>
        <p:spPr>
          <a:xfrm flipV="1">
            <a:off x="5073937" y="4334133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3E7458D-386A-4AD5-B67B-1BD199B2A03C}"/>
              </a:ext>
            </a:extLst>
          </p:cNvPr>
          <p:cNvCxnSpPr>
            <a:cxnSpLocks/>
          </p:cNvCxnSpPr>
          <p:nvPr/>
        </p:nvCxnSpPr>
        <p:spPr>
          <a:xfrm flipV="1">
            <a:off x="5991060" y="4361485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B183DE4-F3C5-4F53-B007-475678AC0C81}"/>
              </a:ext>
            </a:extLst>
          </p:cNvPr>
          <p:cNvCxnSpPr>
            <a:cxnSpLocks/>
          </p:cNvCxnSpPr>
          <p:nvPr/>
        </p:nvCxnSpPr>
        <p:spPr>
          <a:xfrm flipV="1">
            <a:off x="7151975" y="4361483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8D2962B-0CE4-4117-888C-B8B950F4F9DD}"/>
              </a:ext>
            </a:extLst>
          </p:cNvPr>
          <p:cNvCxnSpPr>
            <a:cxnSpLocks/>
          </p:cNvCxnSpPr>
          <p:nvPr/>
        </p:nvCxnSpPr>
        <p:spPr>
          <a:xfrm flipH="1">
            <a:off x="6293137" y="3753834"/>
            <a:ext cx="2169878" cy="750524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D658982A-6C3E-45CE-AD2D-9A8C35326F31}"/>
              </a:ext>
            </a:extLst>
          </p:cNvPr>
          <p:cNvSpPr/>
          <p:nvPr/>
        </p:nvSpPr>
        <p:spPr>
          <a:xfrm>
            <a:off x="9254771" y="3431728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4862129-9A3F-447F-BA5A-F8906F0711A5}"/>
              </a:ext>
            </a:extLst>
          </p:cNvPr>
          <p:cNvSpPr/>
          <p:nvPr/>
        </p:nvSpPr>
        <p:spPr>
          <a:xfrm rot="20987752">
            <a:off x="4741554" y="4115468"/>
            <a:ext cx="204626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 E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3FFA5C1-CB09-4D13-8B5F-A3DDAF971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424" y="4107822"/>
            <a:ext cx="8382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960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4A22BC1-5403-42A6-A7FF-7375E2800989}"/>
              </a:ext>
            </a:extLst>
          </p:cNvPr>
          <p:cNvSpPr/>
          <p:nvPr/>
        </p:nvSpPr>
        <p:spPr>
          <a:xfrm>
            <a:off x="9717865" y="5172474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3555CF4-28E7-462B-B276-64E4CCF6F47A}"/>
              </a:ext>
            </a:extLst>
          </p:cNvPr>
          <p:cNvSpPr/>
          <p:nvPr/>
        </p:nvSpPr>
        <p:spPr>
          <a:xfrm>
            <a:off x="8595000" y="5188904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FCBB40B-E9DA-4A95-B43B-180BBC03D512}"/>
              </a:ext>
            </a:extLst>
          </p:cNvPr>
          <p:cNvSpPr/>
          <p:nvPr/>
        </p:nvSpPr>
        <p:spPr>
          <a:xfrm>
            <a:off x="8727266" y="504865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54" name="Group 88">
            <a:extLst>
              <a:ext uri="{FF2B5EF4-FFF2-40B4-BE49-F238E27FC236}">
                <a16:creationId xmlns:a16="http://schemas.microsoft.com/office/drawing/2014/main" id="{5E5080AB-2DB6-40AC-857F-AF04DF4E6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828984"/>
              </p:ext>
            </p:extLst>
          </p:nvPr>
        </p:nvGraphicFramePr>
        <p:xfrm>
          <a:off x="7832999" y="5333175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F0FD981-7B48-4E11-AE3C-D4205970F655}"/>
              </a:ext>
            </a:extLst>
          </p:cNvPr>
          <p:cNvCxnSpPr>
            <a:cxnSpLocks/>
          </p:cNvCxnSpPr>
          <p:nvPr/>
        </p:nvCxnSpPr>
        <p:spPr>
          <a:xfrm flipV="1">
            <a:off x="8137799" y="4321575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F91A62E-4AE6-4036-A8E4-59583C1D1041}"/>
              </a:ext>
            </a:extLst>
          </p:cNvPr>
          <p:cNvCxnSpPr>
            <a:cxnSpLocks/>
          </p:cNvCxnSpPr>
          <p:nvPr/>
        </p:nvCxnSpPr>
        <p:spPr>
          <a:xfrm flipV="1">
            <a:off x="9054922" y="4348927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7255CE4-E779-48BF-8BD8-310FE80EB086}"/>
              </a:ext>
            </a:extLst>
          </p:cNvPr>
          <p:cNvCxnSpPr>
            <a:cxnSpLocks/>
          </p:cNvCxnSpPr>
          <p:nvPr/>
        </p:nvCxnSpPr>
        <p:spPr>
          <a:xfrm flipV="1">
            <a:off x="10215837" y="4348925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5E02BF6-7041-4909-A6CA-3F8BB840FB3E}"/>
              </a:ext>
            </a:extLst>
          </p:cNvPr>
          <p:cNvCxnSpPr>
            <a:cxnSpLocks/>
          </p:cNvCxnSpPr>
          <p:nvPr/>
        </p:nvCxnSpPr>
        <p:spPr>
          <a:xfrm>
            <a:off x="8528973" y="3814622"/>
            <a:ext cx="432308" cy="39386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A06893F2-7176-47C8-ACFB-8E403754C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633" y="5605099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4,h = 2,f  = 6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DAB3F8-9856-4540-91C1-D697ABA1AB97}"/>
              </a:ext>
            </a:extLst>
          </p:cNvPr>
          <p:cNvSpPr/>
          <p:nvPr/>
        </p:nvSpPr>
        <p:spPr>
          <a:xfrm>
            <a:off x="9348085" y="4193917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J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B8A574B-2D05-4BC5-8826-D6496282DB68}"/>
              </a:ext>
            </a:extLst>
          </p:cNvPr>
          <p:cNvSpPr/>
          <p:nvPr/>
        </p:nvSpPr>
        <p:spPr>
          <a:xfrm>
            <a:off x="9488846" y="5627767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3D58312-7A35-4549-BF65-7D00C1F61983}"/>
              </a:ext>
            </a:extLst>
          </p:cNvPr>
          <p:cNvSpPr/>
          <p:nvPr/>
        </p:nvSpPr>
        <p:spPr>
          <a:xfrm>
            <a:off x="9357254" y="2350196"/>
            <a:ext cx="59749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8E305B-08EA-4B9B-92E5-451901EC995F}"/>
              </a:ext>
            </a:extLst>
          </p:cNvPr>
          <p:cNvSpPr/>
          <p:nvPr/>
        </p:nvSpPr>
        <p:spPr>
          <a:xfrm>
            <a:off x="-3961" y="4388890"/>
            <a:ext cx="2111463" cy="836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" name="Picture 162">
            <a:extLst>
              <a:ext uri="{FF2B5EF4-FFF2-40B4-BE49-F238E27FC236}">
                <a16:creationId xmlns:a16="http://schemas.microsoft.com/office/drawing/2014/main" id="{61009A9D-874B-4F29-8CC1-B38CC167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9" y="4458266"/>
            <a:ext cx="771415" cy="748501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E49E9C7C-B79B-44EE-8771-A8B425423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232" y="4480181"/>
            <a:ext cx="727288" cy="721514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C40CA20A-01B5-4AA2-9F09-3DD827468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715" y="2808386"/>
            <a:ext cx="1628499" cy="9994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8487BA0-FC4D-4A4B-B868-855E1359146F}"/>
              </a:ext>
            </a:extLst>
          </p:cNvPr>
          <p:cNvSpPr txBox="1"/>
          <p:nvPr/>
        </p:nvSpPr>
        <p:spPr>
          <a:xfrm>
            <a:off x="1625063" y="-54555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f=h+g</a:t>
            </a:r>
          </a:p>
        </p:txBody>
      </p:sp>
      <p:pic>
        <p:nvPicPr>
          <p:cNvPr id="9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000" y="431219"/>
            <a:ext cx="1998663" cy="78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EBEB30-2F6E-FBCF-0CF4-C01CCD6DC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4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1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1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106" grpId="0" animBg="1"/>
      <p:bldP spid="116" grpId="0" animBg="1"/>
      <p:bldP spid="117" grpId="0" animBg="1"/>
      <p:bldP spid="118" grpId="0" animBg="1"/>
      <p:bldP spid="125" grpId="0"/>
      <p:bldP spid="126" grpId="0"/>
      <p:bldP spid="127" grpId="0" animBg="1"/>
      <p:bldP spid="128" grpId="0" animBg="1"/>
      <p:bldP spid="129" grpId="0" animBg="1"/>
      <p:bldP spid="135" grpId="0"/>
      <p:bldP spid="136" grpId="0"/>
      <p:bldP spid="137" grpId="0" animBg="1"/>
      <p:bldP spid="138" grpId="0" animBg="1"/>
      <p:bldP spid="139" grpId="0" animBg="1"/>
      <p:bldP spid="140" grpId="0" animBg="1"/>
      <p:bldP spid="148" grpId="0" animBg="1"/>
      <p:bldP spid="148" grpId="1" animBg="1"/>
      <p:bldP spid="149" grpId="0"/>
      <p:bldP spid="150" grpId="0"/>
      <p:bldP spid="151" grpId="0" animBg="1"/>
      <p:bldP spid="152" grpId="0" animBg="1"/>
      <p:bldP spid="153" grpId="0" animBg="1"/>
      <p:bldP spid="159" grpId="0"/>
      <p:bldP spid="160" grpId="0" animBg="1"/>
      <p:bldP spid="161" grpId="0" animBg="1"/>
      <p:bldP spid="16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0460CBB0-A91F-4527-9846-4C57AA40F0FF}" type="slidenum">
              <a:rPr lang="en-US" altLang="en-US" smtClean="0">
                <a:latin typeface="Garamond" pitchFamily="18" charset="0"/>
              </a:rPr>
              <a:pPr eaLnBrk="1" hangingPunct="1"/>
              <a:t>47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30123" name="Rectangle 2"/>
          <p:cNvSpPr>
            <a:spLocks noChangeArrowheads="1"/>
          </p:cNvSpPr>
          <p:nvPr/>
        </p:nvSpPr>
        <p:spPr bwMode="auto">
          <a:xfrm>
            <a:off x="2011363" y="304801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Với N = 3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4A22BC1-5403-42A6-A7FF-7375E2800989}"/>
              </a:ext>
            </a:extLst>
          </p:cNvPr>
          <p:cNvSpPr/>
          <p:nvPr/>
        </p:nvSpPr>
        <p:spPr>
          <a:xfrm>
            <a:off x="8057066" y="2201499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3555CF4-28E7-462B-B276-64E4CCF6F47A}"/>
              </a:ext>
            </a:extLst>
          </p:cNvPr>
          <p:cNvSpPr/>
          <p:nvPr/>
        </p:nvSpPr>
        <p:spPr>
          <a:xfrm>
            <a:off x="6934201" y="2217929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FCBB40B-E9DA-4A95-B43B-180BBC03D512}"/>
              </a:ext>
            </a:extLst>
          </p:cNvPr>
          <p:cNvSpPr/>
          <p:nvPr/>
        </p:nvSpPr>
        <p:spPr>
          <a:xfrm>
            <a:off x="7066467" y="2077675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54" name="Group 88">
            <a:extLst>
              <a:ext uri="{FF2B5EF4-FFF2-40B4-BE49-F238E27FC236}">
                <a16:creationId xmlns:a16="http://schemas.microsoft.com/office/drawing/2014/main" id="{5E5080AB-2DB6-40AC-857F-AF04DF4E6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054789"/>
              </p:ext>
            </p:extLst>
          </p:nvPr>
        </p:nvGraphicFramePr>
        <p:xfrm>
          <a:off x="6172200" y="2362200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F0FD981-7B48-4E11-AE3C-D4205970F655}"/>
              </a:ext>
            </a:extLst>
          </p:cNvPr>
          <p:cNvCxnSpPr>
            <a:cxnSpLocks/>
          </p:cNvCxnSpPr>
          <p:nvPr/>
        </p:nvCxnSpPr>
        <p:spPr>
          <a:xfrm flipV="1">
            <a:off x="6477000" y="1350600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F91A62E-4AE6-4036-A8E4-59583C1D1041}"/>
              </a:ext>
            </a:extLst>
          </p:cNvPr>
          <p:cNvCxnSpPr>
            <a:cxnSpLocks/>
          </p:cNvCxnSpPr>
          <p:nvPr/>
        </p:nvCxnSpPr>
        <p:spPr>
          <a:xfrm flipV="1">
            <a:off x="7394123" y="1377952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7255CE4-E779-48BF-8BD8-310FE80EB086}"/>
              </a:ext>
            </a:extLst>
          </p:cNvPr>
          <p:cNvCxnSpPr>
            <a:cxnSpLocks/>
          </p:cNvCxnSpPr>
          <p:nvPr/>
        </p:nvCxnSpPr>
        <p:spPr>
          <a:xfrm flipV="1">
            <a:off x="8555038" y="1377950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5E02BF6-7041-4909-A6CA-3F8BB840FB3E}"/>
              </a:ext>
            </a:extLst>
          </p:cNvPr>
          <p:cNvCxnSpPr>
            <a:cxnSpLocks/>
          </p:cNvCxnSpPr>
          <p:nvPr/>
        </p:nvCxnSpPr>
        <p:spPr>
          <a:xfrm flipH="1" flipV="1">
            <a:off x="4313889" y="1793908"/>
            <a:ext cx="2071784" cy="49069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A06893F2-7176-47C8-ACFB-8E403754C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99" y="2644048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4,h = 2,f  = 6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DAB3F8-9856-4540-91C1-D697ABA1AB97}"/>
              </a:ext>
            </a:extLst>
          </p:cNvPr>
          <p:cNvSpPr/>
          <p:nvPr/>
        </p:nvSpPr>
        <p:spPr>
          <a:xfrm>
            <a:off x="6585272" y="1482229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J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B8A574B-2D05-4BC5-8826-D6496282DB68}"/>
              </a:ext>
            </a:extLst>
          </p:cNvPr>
          <p:cNvSpPr/>
          <p:nvPr/>
        </p:nvSpPr>
        <p:spPr>
          <a:xfrm>
            <a:off x="7828047" y="2656792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1F3DAD1-1B00-480E-BEA4-2334863B9E40}"/>
              </a:ext>
            </a:extLst>
          </p:cNvPr>
          <p:cNvSpPr/>
          <p:nvPr/>
        </p:nvSpPr>
        <p:spPr>
          <a:xfrm>
            <a:off x="3792590" y="2519807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B5CF07-BDFC-4DAF-9EBA-8E5EBDFA2DB8}"/>
              </a:ext>
            </a:extLst>
          </p:cNvPr>
          <p:cNvSpPr/>
          <p:nvPr/>
        </p:nvSpPr>
        <p:spPr>
          <a:xfrm>
            <a:off x="2669725" y="2536237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E591D53-A9EF-4878-961D-A5CCFC0B5350}"/>
              </a:ext>
            </a:extLst>
          </p:cNvPr>
          <p:cNvSpPr/>
          <p:nvPr/>
        </p:nvSpPr>
        <p:spPr>
          <a:xfrm>
            <a:off x="1856699" y="2542033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92" name="Group 88">
            <a:extLst>
              <a:ext uri="{FF2B5EF4-FFF2-40B4-BE49-F238E27FC236}">
                <a16:creationId xmlns:a16="http://schemas.microsoft.com/office/drawing/2014/main" id="{7CC6EC9E-B2F1-480D-9CCF-5179C006B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22440"/>
              </p:ext>
            </p:extLst>
          </p:nvPr>
        </p:nvGraphicFramePr>
        <p:xfrm>
          <a:off x="1907724" y="2680508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F7CE2DC-E1F8-46E2-81CA-642C657ACA13}"/>
              </a:ext>
            </a:extLst>
          </p:cNvPr>
          <p:cNvCxnSpPr>
            <a:cxnSpLocks/>
          </p:cNvCxnSpPr>
          <p:nvPr/>
        </p:nvCxnSpPr>
        <p:spPr>
          <a:xfrm flipV="1">
            <a:off x="2212524" y="1668908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ACE1F41-F0D1-4ECB-A601-63598543F4B1}"/>
              </a:ext>
            </a:extLst>
          </p:cNvPr>
          <p:cNvCxnSpPr>
            <a:cxnSpLocks/>
          </p:cNvCxnSpPr>
          <p:nvPr/>
        </p:nvCxnSpPr>
        <p:spPr>
          <a:xfrm flipV="1">
            <a:off x="3129647" y="1696260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FBDE184-9889-49B6-AE19-54E1CE79AC0A}"/>
              </a:ext>
            </a:extLst>
          </p:cNvPr>
          <p:cNvCxnSpPr>
            <a:cxnSpLocks/>
          </p:cNvCxnSpPr>
          <p:nvPr/>
        </p:nvCxnSpPr>
        <p:spPr>
          <a:xfrm flipV="1">
            <a:off x="4290562" y="1696258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5D45DA3-E719-4584-8AC7-670588561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823" y="2962356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 5,h = 2,f  = 7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D7DA601-41D3-4667-ACC1-95EA9680C0DA}"/>
              </a:ext>
            </a:extLst>
          </p:cNvPr>
          <p:cNvSpPr/>
          <p:nvPr/>
        </p:nvSpPr>
        <p:spPr>
          <a:xfrm>
            <a:off x="3279871" y="1696259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K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2E87D8D6-B43A-470B-AC04-F4D2025221AD}"/>
              </a:ext>
            </a:extLst>
          </p:cNvPr>
          <p:cNvSpPr/>
          <p:nvPr/>
        </p:nvSpPr>
        <p:spPr>
          <a:xfrm>
            <a:off x="3563571" y="2975100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769293A4-7010-4FEB-A5D5-BECA2EDF297C}"/>
              </a:ext>
            </a:extLst>
          </p:cNvPr>
          <p:cNvSpPr/>
          <p:nvPr/>
        </p:nvSpPr>
        <p:spPr>
          <a:xfrm>
            <a:off x="3753690" y="4653407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AF7E4C3-EA4B-4916-B64C-941FD71E22C9}"/>
              </a:ext>
            </a:extLst>
          </p:cNvPr>
          <p:cNvSpPr/>
          <p:nvPr/>
        </p:nvSpPr>
        <p:spPr>
          <a:xfrm>
            <a:off x="3864319" y="4481021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63" name="Group 88">
            <a:extLst>
              <a:ext uri="{FF2B5EF4-FFF2-40B4-BE49-F238E27FC236}">
                <a16:creationId xmlns:a16="http://schemas.microsoft.com/office/drawing/2014/main" id="{DB157AE9-6AE4-4960-8E31-C4A08F8D6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10247"/>
              </p:ext>
            </p:extLst>
          </p:nvPr>
        </p:nvGraphicFramePr>
        <p:xfrm>
          <a:off x="1868824" y="4814108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3797372-73F8-40C6-9780-8902AFD28C55}"/>
              </a:ext>
            </a:extLst>
          </p:cNvPr>
          <p:cNvCxnSpPr>
            <a:cxnSpLocks/>
          </p:cNvCxnSpPr>
          <p:nvPr/>
        </p:nvCxnSpPr>
        <p:spPr>
          <a:xfrm flipV="1">
            <a:off x="2173624" y="3802508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A794A56-F986-488A-8506-9ADDC01C7D35}"/>
              </a:ext>
            </a:extLst>
          </p:cNvPr>
          <p:cNvCxnSpPr>
            <a:cxnSpLocks/>
          </p:cNvCxnSpPr>
          <p:nvPr/>
        </p:nvCxnSpPr>
        <p:spPr>
          <a:xfrm flipV="1">
            <a:off x="3090747" y="3829860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7E3B7CB5-3D5F-4C56-AEAF-D6D57252C866}"/>
              </a:ext>
            </a:extLst>
          </p:cNvPr>
          <p:cNvCxnSpPr>
            <a:cxnSpLocks/>
          </p:cNvCxnSpPr>
          <p:nvPr/>
        </p:nvCxnSpPr>
        <p:spPr>
          <a:xfrm flipV="1">
            <a:off x="4251662" y="3829858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58B12630-5EF7-4FDE-87E2-F3AE327AF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923" y="5095956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=6,h = 1,f  = 7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4C9057BB-BD8F-4826-B1F6-5FFC6C2C4091}"/>
              </a:ext>
            </a:extLst>
          </p:cNvPr>
          <p:cNvSpPr/>
          <p:nvPr/>
        </p:nvSpPr>
        <p:spPr>
          <a:xfrm>
            <a:off x="3240971" y="3829859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B21DEFBE-774B-4F67-AD6D-BED39C9F80D8}"/>
              </a:ext>
            </a:extLst>
          </p:cNvPr>
          <p:cNvSpPr/>
          <p:nvPr/>
        </p:nvSpPr>
        <p:spPr>
          <a:xfrm>
            <a:off x="3578230" y="5108700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568E1809-28F3-4A98-930A-1C8CA31F4BD0}"/>
              </a:ext>
            </a:extLst>
          </p:cNvPr>
          <p:cNvSpPr/>
          <p:nvPr/>
        </p:nvSpPr>
        <p:spPr>
          <a:xfrm>
            <a:off x="1788662" y="4679239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8D159B0D-16E2-4C83-97E1-2C94BB350C49}"/>
              </a:ext>
            </a:extLst>
          </p:cNvPr>
          <p:cNvSpPr/>
          <p:nvPr/>
        </p:nvSpPr>
        <p:spPr>
          <a:xfrm>
            <a:off x="9191278" y="5334145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3F800F04-20F8-4739-AFC5-D46B04305B86}"/>
              </a:ext>
            </a:extLst>
          </p:cNvPr>
          <p:cNvSpPr/>
          <p:nvPr/>
        </p:nvSpPr>
        <p:spPr>
          <a:xfrm>
            <a:off x="9301907" y="5161759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73" name="Group 88">
            <a:extLst>
              <a:ext uri="{FF2B5EF4-FFF2-40B4-BE49-F238E27FC236}">
                <a16:creationId xmlns:a16="http://schemas.microsoft.com/office/drawing/2014/main" id="{428D02D0-8E50-4B3D-B6A1-213C31C7F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61637"/>
              </p:ext>
            </p:extLst>
          </p:nvPr>
        </p:nvGraphicFramePr>
        <p:xfrm>
          <a:off x="7306412" y="5494846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93485A6F-E709-44CA-A2E1-AFC0D5CD3914}"/>
              </a:ext>
            </a:extLst>
          </p:cNvPr>
          <p:cNvCxnSpPr>
            <a:cxnSpLocks/>
          </p:cNvCxnSpPr>
          <p:nvPr/>
        </p:nvCxnSpPr>
        <p:spPr>
          <a:xfrm flipV="1">
            <a:off x="7611212" y="4627344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13F10785-DEDD-404E-9FFD-4A67CE50D138}"/>
              </a:ext>
            </a:extLst>
          </p:cNvPr>
          <p:cNvCxnSpPr>
            <a:cxnSpLocks/>
          </p:cNvCxnSpPr>
          <p:nvPr/>
        </p:nvCxnSpPr>
        <p:spPr>
          <a:xfrm flipV="1">
            <a:off x="8528335" y="4618151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4563B37-D953-4D7F-AB37-51446EB7EA37}"/>
              </a:ext>
            </a:extLst>
          </p:cNvPr>
          <p:cNvCxnSpPr>
            <a:cxnSpLocks/>
          </p:cNvCxnSpPr>
          <p:nvPr/>
        </p:nvCxnSpPr>
        <p:spPr>
          <a:xfrm flipV="1">
            <a:off x="9689250" y="4510596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DF615E62-694A-4A94-8282-35ED24CAE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2511" y="5776694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=7,h = 0,f  = 7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4F1E874-BBD4-499B-A60A-C6A1B8D814AA}"/>
              </a:ext>
            </a:extLst>
          </p:cNvPr>
          <p:cNvSpPr/>
          <p:nvPr/>
        </p:nvSpPr>
        <p:spPr>
          <a:xfrm>
            <a:off x="10250184" y="5553762"/>
            <a:ext cx="1475829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Đích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E3FA2BD6-FAE3-448E-B8CA-BEC50277D0A8}"/>
              </a:ext>
            </a:extLst>
          </p:cNvPr>
          <p:cNvSpPr/>
          <p:nvPr/>
        </p:nvSpPr>
        <p:spPr>
          <a:xfrm>
            <a:off x="8962259" y="5789438"/>
            <a:ext cx="1301295" cy="34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rgbClr val="FF0000"/>
                </a:solidFill>
              </a:rPr>
              <a:t>  min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9092095D-B950-4644-96C4-B678A230BD1E}"/>
              </a:ext>
            </a:extLst>
          </p:cNvPr>
          <p:cNvSpPr/>
          <p:nvPr/>
        </p:nvSpPr>
        <p:spPr>
          <a:xfrm>
            <a:off x="9341588" y="5036390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A25C454-B241-451F-9D6D-808E83CC41F0}"/>
              </a:ext>
            </a:extLst>
          </p:cNvPr>
          <p:cNvCxnSpPr>
            <a:cxnSpLocks/>
          </p:cNvCxnSpPr>
          <p:nvPr/>
        </p:nvCxnSpPr>
        <p:spPr>
          <a:xfrm flipH="1">
            <a:off x="2816233" y="3317531"/>
            <a:ext cx="605036" cy="66719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297477E9-75F5-4BF0-A625-B5087F814E78}"/>
              </a:ext>
            </a:extLst>
          </p:cNvPr>
          <p:cNvCxnSpPr>
            <a:cxnSpLocks/>
          </p:cNvCxnSpPr>
          <p:nvPr/>
        </p:nvCxnSpPr>
        <p:spPr>
          <a:xfrm>
            <a:off x="4428883" y="4177492"/>
            <a:ext cx="3091018" cy="94281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Oval 182">
            <a:extLst>
              <a:ext uri="{FF2B5EF4-FFF2-40B4-BE49-F238E27FC236}">
                <a16:creationId xmlns:a16="http://schemas.microsoft.com/office/drawing/2014/main" id="{689FEDBB-9AF2-43C5-8BC5-A2EFC4759F5C}"/>
              </a:ext>
            </a:extLst>
          </p:cNvPr>
          <p:cNvSpPr/>
          <p:nvPr/>
        </p:nvSpPr>
        <p:spPr>
          <a:xfrm>
            <a:off x="7394123" y="768858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DF8EFDAC-1A22-47E1-87AA-2744F2B68E2E}"/>
              </a:ext>
            </a:extLst>
          </p:cNvPr>
          <p:cNvSpPr/>
          <p:nvPr/>
        </p:nvSpPr>
        <p:spPr>
          <a:xfrm>
            <a:off x="8396660" y="791130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C721FD6-DAFC-4610-AA0E-A29E13E30EF4}"/>
              </a:ext>
            </a:extLst>
          </p:cNvPr>
          <p:cNvSpPr/>
          <p:nvPr/>
        </p:nvSpPr>
        <p:spPr>
          <a:xfrm>
            <a:off x="8528926" y="650876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86" name="Group 88">
            <a:extLst>
              <a:ext uri="{FF2B5EF4-FFF2-40B4-BE49-F238E27FC236}">
                <a16:creationId xmlns:a16="http://schemas.microsoft.com/office/drawing/2014/main" id="{98062924-FF70-4862-9593-5EB77648D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278524"/>
              </p:ext>
            </p:extLst>
          </p:nvPr>
        </p:nvGraphicFramePr>
        <p:xfrm>
          <a:off x="7634659" y="935401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B598369-82DD-46D2-BD85-9C77E13E23DE}"/>
              </a:ext>
            </a:extLst>
          </p:cNvPr>
          <p:cNvCxnSpPr>
            <a:cxnSpLocks/>
          </p:cNvCxnSpPr>
          <p:nvPr/>
        </p:nvCxnSpPr>
        <p:spPr>
          <a:xfrm flipV="1">
            <a:off x="7939459" y="-76200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AE4FBBE-5BD0-4EBE-88BB-9AB8171E7637}"/>
              </a:ext>
            </a:extLst>
          </p:cNvPr>
          <p:cNvCxnSpPr>
            <a:cxnSpLocks/>
          </p:cNvCxnSpPr>
          <p:nvPr/>
        </p:nvCxnSpPr>
        <p:spPr>
          <a:xfrm flipV="1">
            <a:off x="8856582" y="-48848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CAD380B4-F233-49EE-9E55-39D874613EED}"/>
              </a:ext>
            </a:extLst>
          </p:cNvPr>
          <p:cNvCxnSpPr>
            <a:cxnSpLocks/>
          </p:cNvCxnSpPr>
          <p:nvPr/>
        </p:nvCxnSpPr>
        <p:spPr>
          <a:xfrm flipV="1">
            <a:off x="10017497" y="-48849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97B1375-C896-46C8-8EE3-F5F0BE913A98}"/>
              </a:ext>
            </a:extLst>
          </p:cNvPr>
          <p:cNvCxnSpPr>
            <a:cxnSpLocks/>
          </p:cNvCxnSpPr>
          <p:nvPr/>
        </p:nvCxnSpPr>
        <p:spPr>
          <a:xfrm flipV="1">
            <a:off x="7908137" y="1209906"/>
            <a:ext cx="1385540" cy="97001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638BA44-8860-496B-B87F-E2A4AA5A0F8D}"/>
              </a:ext>
            </a:extLst>
          </p:cNvPr>
          <p:cNvSpPr/>
          <p:nvPr/>
        </p:nvSpPr>
        <p:spPr>
          <a:xfrm rot="19534809">
            <a:off x="7944131" y="1494976"/>
            <a:ext cx="207191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Trùng trạng thái G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B51EB27-3AF0-4201-86BA-CB28FD14F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0823" y="-90855"/>
            <a:ext cx="490265" cy="1249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tIns="9144" rIns="9144" bIns="9144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8000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X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3A52FB9-4198-4C50-B2A8-7142397FEB13}"/>
              </a:ext>
            </a:extLst>
          </p:cNvPr>
          <p:cNvSpPr/>
          <p:nvPr/>
        </p:nvSpPr>
        <p:spPr>
          <a:xfrm>
            <a:off x="6565310" y="1472626"/>
            <a:ext cx="597490" cy="58477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J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56174FD-0AC3-41B9-962E-CE51F2D39794}"/>
              </a:ext>
            </a:extLst>
          </p:cNvPr>
          <p:cNvSpPr/>
          <p:nvPr/>
        </p:nvSpPr>
        <p:spPr>
          <a:xfrm>
            <a:off x="3279324" y="1689909"/>
            <a:ext cx="597490" cy="58477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K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0027270-2CD9-433E-8591-3184A1E96452}"/>
              </a:ext>
            </a:extLst>
          </p:cNvPr>
          <p:cNvSpPr/>
          <p:nvPr/>
        </p:nvSpPr>
        <p:spPr>
          <a:xfrm>
            <a:off x="3232322" y="3814523"/>
            <a:ext cx="597490" cy="58477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1D4768-8732-460B-ABC6-7BFF81B552F9}"/>
              </a:ext>
            </a:extLst>
          </p:cNvPr>
          <p:cNvSpPr/>
          <p:nvPr/>
        </p:nvSpPr>
        <p:spPr>
          <a:xfrm>
            <a:off x="10289386" y="1482229"/>
            <a:ext cx="1672664" cy="21245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4C731118-8D42-4DC2-AC59-FBB523153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205" y="1554327"/>
            <a:ext cx="1517697" cy="871946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BD09DF19-114D-4A9A-A320-C874C3261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787" y="2473105"/>
            <a:ext cx="1525114" cy="1012737"/>
          </a:xfrm>
          <a:prstGeom prst="rect">
            <a:avLst/>
          </a:prstGeom>
        </p:spPr>
      </p:pic>
      <p:sp>
        <p:nvSpPr>
          <p:cNvPr id="200" name="Rectangle 199">
            <a:extLst>
              <a:ext uri="{FF2B5EF4-FFF2-40B4-BE49-F238E27FC236}">
                <a16:creationId xmlns:a16="http://schemas.microsoft.com/office/drawing/2014/main" id="{5F8264BC-9448-4A4D-BFA9-35C70F875739}"/>
              </a:ext>
            </a:extLst>
          </p:cNvPr>
          <p:cNvSpPr/>
          <p:nvPr/>
        </p:nvSpPr>
        <p:spPr>
          <a:xfrm>
            <a:off x="8759427" y="4357115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9810383-3DBA-4CA0-AE80-5912ECA4B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53" y="3127667"/>
            <a:ext cx="1978391" cy="121421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18487BA0-FC4D-4A4B-B868-855E1359146F}"/>
              </a:ext>
            </a:extLst>
          </p:cNvPr>
          <p:cNvSpPr txBox="1"/>
          <p:nvPr/>
        </p:nvSpPr>
        <p:spPr>
          <a:xfrm>
            <a:off x="47104" y="17625"/>
            <a:ext cx="1468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f=</a:t>
            </a:r>
            <a:r>
              <a:rPr lang="en-US" sz="2400" dirty="0" err="1"/>
              <a:t>h+g</a:t>
            </a:r>
            <a:endParaRPr lang="en-US" sz="2400" dirty="0"/>
          </a:p>
        </p:txBody>
      </p:sp>
      <p:pic>
        <p:nvPicPr>
          <p:cNvPr id="6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53" y="448315"/>
            <a:ext cx="1707646" cy="78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" name="Oval 67">
            <a:extLst>
              <a:ext uri="{FF2B5EF4-FFF2-40B4-BE49-F238E27FC236}">
                <a16:creationId xmlns:a16="http://schemas.microsoft.com/office/drawing/2014/main" id="{8D159B0D-16E2-4C83-97E1-2C94BB350C49}"/>
              </a:ext>
            </a:extLst>
          </p:cNvPr>
          <p:cNvSpPr/>
          <p:nvPr/>
        </p:nvSpPr>
        <p:spPr>
          <a:xfrm>
            <a:off x="7523666" y="3913551"/>
            <a:ext cx="104140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F800F04-20F8-4739-AFC5-D46B04305B86}"/>
              </a:ext>
            </a:extLst>
          </p:cNvPr>
          <p:cNvSpPr/>
          <p:nvPr/>
        </p:nvSpPr>
        <p:spPr>
          <a:xfrm>
            <a:off x="6385674" y="3925253"/>
            <a:ext cx="852487" cy="1333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70" name="Group 88">
            <a:extLst>
              <a:ext uri="{FF2B5EF4-FFF2-40B4-BE49-F238E27FC236}">
                <a16:creationId xmlns:a16="http://schemas.microsoft.com/office/drawing/2014/main" id="{428D02D0-8E50-4B3D-B6A1-213C31C7F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9470"/>
              </p:ext>
            </p:extLst>
          </p:nvPr>
        </p:nvGraphicFramePr>
        <p:xfrm>
          <a:off x="5638800" y="4074252"/>
          <a:ext cx="2743200" cy="2746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3485A6F-E709-44CA-A2E1-AFC0D5CD3914}"/>
              </a:ext>
            </a:extLst>
          </p:cNvPr>
          <p:cNvCxnSpPr>
            <a:cxnSpLocks/>
          </p:cNvCxnSpPr>
          <p:nvPr/>
        </p:nvCxnSpPr>
        <p:spPr>
          <a:xfrm flipV="1">
            <a:off x="5943600" y="3206750"/>
            <a:ext cx="0" cy="98425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3F10785-DEDD-404E-9FFD-4A67CE50D138}"/>
              </a:ext>
            </a:extLst>
          </p:cNvPr>
          <p:cNvCxnSpPr>
            <a:cxnSpLocks/>
          </p:cNvCxnSpPr>
          <p:nvPr/>
        </p:nvCxnSpPr>
        <p:spPr>
          <a:xfrm flipV="1">
            <a:off x="6860723" y="3197557"/>
            <a:ext cx="0" cy="8905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4563B37-D953-4D7F-AB37-51446EB7EA37}"/>
              </a:ext>
            </a:extLst>
          </p:cNvPr>
          <p:cNvCxnSpPr>
            <a:cxnSpLocks/>
          </p:cNvCxnSpPr>
          <p:nvPr/>
        </p:nvCxnSpPr>
        <p:spPr>
          <a:xfrm flipV="1">
            <a:off x="8021638" y="3090002"/>
            <a:ext cx="0" cy="9842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F615E62-694A-4A94-8282-35ED24CAE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99" y="4356100"/>
            <a:ext cx="2590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 =5,h = 3,f  = 8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092095D-B950-4644-96C4-B678A230BD1E}"/>
              </a:ext>
            </a:extLst>
          </p:cNvPr>
          <p:cNvSpPr/>
          <p:nvPr/>
        </p:nvSpPr>
        <p:spPr>
          <a:xfrm>
            <a:off x="7686676" y="3775076"/>
            <a:ext cx="695325" cy="11112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isometricTopUp"/>
              <a:lightRig rig="threePt" dir="t"/>
            </a:scene3d>
          </a:bodyPr>
          <a:lstStyle/>
          <a:p>
            <a:pPr algn="ctr">
              <a:defRPr/>
            </a:pPr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97477E9-75F5-4BF0-A625-B5087F814E78}"/>
              </a:ext>
            </a:extLst>
          </p:cNvPr>
          <p:cNvCxnSpPr>
            <a:cxnSpLocks/>
          </p:cNvCxnSpPr>
          <p:nvPr/>
        </p:nvCxnSpPr>
        <p:spPr>
          <a:xfrm flipH="1">
            <a:off x="6477000" y="2347465"/>
            <a:ext cx="245216" cy="94076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5F8264BC-9448-4A4D-BFA9-35C70F875739}"/>
              </a:ext>
            </a:extLst>
          </p:cNvPr>
          <p:cNvSpPr/>
          <p:nvPr/>
        </p:nvSpPr>
        <p:spPr>
          <a:xfrm>
            <a:off x="7089185" y="3121693"/>
            <a:ext cx="597490" cy="584775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1F702C-37EB-9D14-33F1-F164403D8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2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1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"/>
                            </p:stCondLst>
                            <p:childTnLst>
                              <p:par>
                                <p:cTn id="8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animBg="1"/>
      <p:bldP spid="161" grpId="0" animBg="1"/>
      <p:bldP spid="89" grpId="0" animBg="1"/>
      <p:bldP spid="90" grpId="0" animBg="1"/>
      <p:bldP spid="91" grpId="0" animBg="1"/>
      <p:bldP spid="96" grpId="0"/>
      <p:bldP spid="123" grpId="0" animBg="1"/>
      <p:bldP spid="123" grpId="1" animBg="1"/>
      <p:bldP spid="124" grpId="0" animBg="1"/>
      <p:bldP spid="124" grpId="1" animBg="1"/>
      <p:bldP spid="145" grpId="0" animBg="1"/>
      <p:bldP spid="147" grpId="0" animBg="1"/>
      <p:bldP spid="167" grpId="0"/>
      <p:bldP spid="168" grpId="0" animBg="1"/>
      <p:bldP spid="168" grpId="1" animBg="1"/>
      <p:bldP spid="169" grpId="0" animBg="1"/>
      <p:bldP spid="169" grpId="1" animBg="1"/>
      <p:bldP spid="170" grpId="0" animBg="1"/>
      <p:bldP spid="171" grpId="0" animBg="1"/>
      <p:bldP spid="172" grpId="0" animBg="1"/>
      <p:bldP spid="177" grpId="0"/>
      <p:bldP spid="178" grpId="0" animBg="1"/>
      <p:bldP spid="179" grpId="0" animBg="1"/>
      <p:bldP spid="180" grpId="0" animBg="1"/>
      <p:bldP spid="183" grpId="0" animBg="1"/>
      <p:bldP spid="184" grpId="0" animBg="1"/>
      <p:bldP spid="185" grpId="0" animBg="1"/>
      <p:bldP spid="193" grpId="0"/>
      <p:bldP spid="194" grpId="0"/>
      <p:bldP spid="195" grpId="0" animBg="1"/>
      <p:bldP spid="196" grpId="0" animBg="1"/>
      <p:bldP spid="197" grpId="0" animBg="1"/>
      <p:bldP spid="200" grpId="0" animBg="1"/>
      <p:bldP spid="68" grpId="0" animBg="1"/>
      <p:bldP spid="69" grpId="0" animBg="1"/>
      <p:bldP spid="74" grpId="0"/>
      <p:bldP spid="75" grpId="0" animBg="1"/>
      <p:bldP spid="7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1922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02052"/>
              </p:ext>
            </p:extLst>
          </p:nvPr>
        </p:nvGraphicFramePr>
        <p:xfrm>
          <a:off x="4428931" y="928644"/>
          <a:ext cx="1676400" cy="1250442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1923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143288"/>
              </p:ext>
            </p:extLst>
          </p:nvPr>
        </p:nvGraphicFramePr>
        <p:xfrm>
          <a:off x="8391331" y="903244"/>
          <a:ext cx="1676400" cy="1250442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108580" y="506648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 dirty="0">
                <a:latin typeface="Arial" pitchFamily="34" charset="0"/>
              </a:rPr>
              <a:t>START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238931" y="446045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latin typeface="Arial" pitchFamily="34" charset="0"/>
              </a:rPr>
              <a:t>GOAL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181531" y="1589045"/>
            <a:ext cx="198120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04" name="TextBox 11"/>
          <p:cNvSpPr txBox="1">
            <a:spLocks noChangeArrowheads="1"/>
          </p:cNvSpPr>
          <p:nvPr/>
        </p:nvSpPr>
        <p:spPr bwMode="auto">
          <a:xfrm>
            <a:off x="2066731" y="2675931"/>
            <a:ext cx="8077200" cy="334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/>
            <a:r>
              <a:rPr lang="en-US" sz="3200" b="1" dirty="0">
                <a:solidFill>
                  <a:srgbClr val="66CCFF"/>
                </a:solidFill>
                <a:cs typeface="Times New Roman" pitchFamily="18" charset="0"/>
              </a:rPr>
              <a:t>h</a:t>
            </a:r>
            <a:r>
              <a:rPr lang="en-US" sz="3200" b="1" baseline="-25000" dirty="0">
                <a:solidFill>
                  <a:srgbClr val="66CCFF"/>
                </a:solidFill>
                <a:cs typeface="Times New Roman" pitchFamily="18" charset="0"/>
              </a:rPr>
              <a:t>1</a:t>
            </a:r>
            <a:r>
              <a:rPr lang="en-US" sz="3200" b="1" dirty="0">
                <a:solidFill>
                  <a:srgbClr val="66CCFF"/>
                </a:solidFill>
                <a:cs typeface="Times New Roman" pitchFamily="18" charset="0"/>
              </a:rPr>
              <a:t>(a, b)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=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Số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vị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trí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có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giá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trị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khác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nhau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giữa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hai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cấu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hình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a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và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b (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đích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</a:pPr>
            <a:r>
              <a:rPr lang="en-US" sz="3200" b="1" dirty="0">
                <a:solidFill>
                  <a:srgbClr val="66CCFF"/>
                </a:solidFill>
              </a:rPr>
              <a:t>h</a:t>
            </a:r>
            <a:r>
              <a:rPr lang="en-US" sz="3200" b="1" baseline="-25000" dirty="0">
                <a:solidFill>
                  <a:srgbClr val="66CCFF"/>
                </a:solidFill>
                <a:cs typeface="Times New Roman" pitchFamily="18" charset="0"/>
              </a:rPr>
              <a:t>2</a:t>
            </a:r>
            <a:r>
              <a:rPr lang="en-US" sz="3200" b="1" dirty="0">
                <a:solidFill>
                  <a:srgbClr val="66CCFF"/>
                </a:solidFill>
              </a:rPr>
              <a:t>(a, b)</a:t>
            </a:r>
            <a:r>
              <a:rPr lang="en-US" sz="3200" dirty="0">
                <a:solidFill>
                  <a:srgbClr val="66CCFF"/>
                </a:solidFill>
              </a:rPr>
              <a:t> =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Trong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đó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              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Số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lần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ít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nhất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phải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di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chuyển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giá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trị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i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ở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cấu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hình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a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theo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chiều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ngang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/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dọc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về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đúng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vị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trí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của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giá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trị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i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ở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cấu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hình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b (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đích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) </a:t>
            </a:r>
          </a:p>
        </p:txBody>
      </p:sp>
      <p:graphicFrame>
        <p:nvGraphicFramePr>
          <p:cNvPr id="29756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907613"/>
              </p:ext>
            </p:extLst>
          </p:nvPr>
        </p:nvGraphicFramePr>
        <p:xfrm>
          <a:off x="3743131" y="3817344"/>
          <a:ext cx="15240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355320" progId="Equation.3">
                  <p:embed/>
                </p:oleObj>
              </mc:Choice>
              <mc:Fallback>
                <p:oleObj name="Equation" r:id="rId2" imgW="711000" imgH="355320" progId="Equation.3">
                  <p:embed/>
                  <p:pic>
                    <p:nvPicPr>
                      <p:cNvPr id="2975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131" y="3817344"/>
                        <a:ext cx="1524000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864284"/>
              </p:ext>
            </p:extLst>
          </p:nvPr>
        </p:nvGraphicFramePr>
        <p:xfrm>
          <a:off x="3743131" y="4504730"/>
          <a:ext cx="1371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228600" progId="Equation.3">
                  <p:embed/>
                </p:oleObj>
              </mc:Choice>
              <mc:Fallback>
                <p:oleObj name="Equation" r:id="rId4" imgW="609480" imgH="228600" progId="Equation.3">
                  <p:embed/>
                  <p:pic>
                    <p:nvPicPr>
                      <p:cNvPr id="1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131" y="4504730"/>
                        <a:ext cx="13716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1068" name="Title 16"/>
          <p:cNvSpPr>
            <a:spLocks noGrp="1"/>
          </p:cNvSpPr>
          <p:nvPr>
            <p:ph type="title" idx="4294967295"/>
          </p:nvPr>
        </p:nvSpPr>
        <p:spPr>
          <a:xfrm>
            <a:off x="0" y="276225"/>
            <a:ext cx="8229600" cy="79057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toán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taci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5638" y="21329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331" y="221522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F9280-286E-72D9-A6C5-5FA85A0AA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59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59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40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79F96DAA-A330-4E2D-B9B4-FCE7D1CC67DA}" type="slidenum">
              <a:rPr lang="en-US" altLang="en-US" smtClean="0">
                <a:latin typeface="Garamond" pitchFamily="18" charset="0"/>
              </a:rPr>
              <a:pPr eaLnBrk="1" hangingPunct="1"/>
              <a:t>49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35174" name="Title 16"/>
          <p:cNvSpPr>
            <a:spLocks noGrp="1"/>
          </p:cNvSpPr>
          <p:nvPr>
            <p:ph type="title" idx="4294967295"/>
          </p:nvPr>
        </p:nvSpPr>
        <p:spPr>
          <a:xfrm>
            <a:off x="0" y="276225"/>
            <a:ext cx="8229600" cy="79057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toán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taci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1981200" y="3429000"/>
            <a:ext cx="8001000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Ví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dụ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cs typeface="Times New Roman" pitchFamily="18" charset="0"/>
              </a:rPr>
              <a:t>trên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: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h</a:t>
            </a:r>
            <a:r>
              <a:rPr lang="en-US" sz="3200" baseline="-25000" dirty="0">
                <a:solidFill>
                  <a:srgbClr val="66CCFF"/>
                </a:solidFill>
                <a:cs typeface="Times New Roman" pitchFamily="18" charset="0"/>
              </a:rPr>
              <a:t>1</a:t>
            </a:r>
            <a:r>
              <a:rPr lang="en-US" sz="3200" dirty="0">
                <a:solidFill>
                  <a:srgbClr val="66CCFF"/>
                </a:solidFill>
                <a:cs typeface="Times New Roman" pitchFamily="18" charset="0"/>
              </a:rPr>
              <a:t>(START, GOAL) = 0+0+0+1+1+1+0+0 = 3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sz="3200" dirty="0">
                <a:solidFill>
                  <a:srgbClr val="66CCFF"/>
                </a:solidFill>
              </a:rPr>
              <a:t>h</a:t>
            </a:r>
            <a:r>
              <a:rPr lang="en-US" sz="3200" baseline="-25000" dirty="0">
                <a:solidFill>
                  <a:srgbClr val="66CCFF"/>
                </a:solidFill>
                <a:cs typeface="Times New Roman" pitchFamily="18" charset="0"/>
              </a:rPr>
              <a:t>2</a:t>
            </a:r>
            <a:r>
              <a:rPr lang="en-US" sz="3200" dirty="0">
                <a:solidFill>
                  <a:srgbClr val="66CCFF"/>
                </a:solidFill>
              </a:rPr>
              <a:t>(START, GOAL) = 0+0+0+2+2+1+0+0 = 5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endParaRPr lang="en-US" sz="3200" dirty="0">
              <a:solidFill>
                <a:srgbClr val="66CCFF"/>
              </a:solidFill>
              <a:cs typeface="Times New Roman" pitchFamily="18" charset="0"/>
            </a:endParaRPr>
          </a:p>
        </p:txBody>
      </p:sp>
      <p:graphicFrame>
        <p:nvGraphicFramePr>
          <p:cNvPr id="5" name="Group 50">
            <a:extLst>
              <a:ext uri="{FF2B5EF4-FFF2-40B4-BE49-F238E27FC236}">
                <a16:creationId xmlns:a16="http://schemas.microsoft.com/office/drawing/2014/main" id="{04AEC335-21C3-4BD9-8471-8EDE6445317C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1706563"/>
          <a:ext cx="1676400" cy="1250442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51">
            <a:extLst>
              <a:ext uri="{FF2B5EF4-FFF2-40B4-BE49-F238E27FC236}">
                <a16:creationId xmlns:a16="http://schemas.microsoft.com/office/drawing/2014/main" id="{8DB2D16E-55DA-4CCE-A8CD-FB84AB0EBE48}"/>
              </a:ext>
            </a:extLst>
          </p:cNvPr>
          <p:cNvGraphicFramePr>
            <a:graphicFrameLocks noGrp="1"/>
          </p:cNvGraphicFramePr>
          <p:nvPr/>
        </p:nvGraphicFramePr>
        <p:xfrm>
          <a:off x="7010400" y="1681163"/>
          <a:ext cx="1676400" cy="1250442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DB5F81-E07A-4E17-A8D3-B06258A82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30016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latin typeface="Arial" pitchFamily="34" charset="0"/>
              </a:rPr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A2F8A-31E8-474D-9A2B-30F564F58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22396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latin typeface="Arial" pitchFamily="34" charset="0"/>
              </a:rPr>
              <a:t>GOAL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B47C7C-7791-4D0E-8C68-3F063F8A44D6}"/>
              </a:ext>
            </a:extLst>
          </p:cNvPr>
          <p:cNvCxnSpPr/>
          <p:nvPr/>
        </p:nvCxnSpPr>
        <p:spPr>
          <a:xfrm>
            <a:off x="4800600" y="2366964"/>
            <a:ext cx="198120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C9B4E2F-940D-C500-C36E-63A968576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136194" name="Title 1"/>
          <p:cNvSpPr>
            <a:spLocks noGrp="1"/>
          </p:cNvSpPr>
          <p:nvPr>
            <p:ph type="title" idx="4294967295"/>
          </p:nvPr>
        </p:nvSpPr>
        <p:spPr>
          <a:xfrm>
            <a:off x="0" y="12700"/>
            <a:ext cx="3657600" cy="609600"/>
          </a:xfrm>
        </p:spPr>
        <p:txBody>
          <a:bodyPr anchor="b"/>
          <a:lstStyle/>
          <a:p>
            <a:pPr eaLnBrk="1" hangingPunct="1"/>
            <a:r>
              <a:rPr lang="en-US" sz="3600" dirty="0" err="1">
                <a:solidFill>
                  <a:srgbClr val="0070C0"/>
                </a:solidFill>
              </a:rPr>
              <a:t>Sử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dụng</a:t>
            </a:r>
            <a:r>
              <a:rPr lang="en-US" sz="3600" dirty="0">
                <a:solidFill>
                  <a:srgbClr val="0070C0"/>
                </a:solidFill>
              </a:rPr>
              <a:t> H1</a:t>
            </a:r>
          </a:p>
        </p:txBody>
      </p:sp>
      <p:graphicFrame>
        <p:nvGraphicFramePr>
          <p:cNvPr id="593119" name="Group 2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30597"/>
              </p:ext>
            </p:extLst>
          </p:nvPr>
        </p:nvGraphicFramePr>
        <p:xfrm>
          <a:off x="5141913" y="56356"/>
          <a:ext cx="1143000" cy="87788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3114" name="Group 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053428"/>
              </p:ext>
            </p:extLst>
          </p:nvPr>
        </p:nvGraphicFramePr>
        <p:xfrm>
          <a:off x="8991600" y="264320"/>
          <a:ext cx="1524000" cy="1152525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616950" y="-33338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latin typeface="Arial" pitchFamily="34" charset="0"/>
              </a:rPr>
              <a:t>GOAL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299201" y="5635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3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676400" y="632617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H="1">
            <a:off x="3276601" y="934243"/>
            <a:ext cx="2263775" cy="446883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61568" y="1539657"/>
            <a:ext cx="71675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</p:txBody>
      </p:sp>
      <p:graphicFrame>
        <p:nvGraphicFramePr>
          <p:cNvPr id="593121" name="Group 2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479727"/>
              </p:ext>
            </p:extLst>
          </p:nvPr>
        </p:nvGraphicFramePr>
        <p:xfrm>
          <a:off x="2652168" y="135233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809456" y="132534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18968" y="85227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5410201" y="977107"/>
            <a:ext cx="157957" cy="40401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3" name="Group 2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063521"/>
              </p:ext>
            </p:extLst>
          </p:nvPr>
        </p:nvGraphicFramePr>
        <p:xfrm>
          <a:off x="4785768" y="133963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943056" y="132534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4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525543" y="879259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618958" y="942181"/>
            <a:ext cx="2305843" cy="43894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4" name="Group 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382848"/>
              </p:ext>
            </p:extLst>
          </p:nvPr>
        </p:nvGraphicFramePr>
        <p:xfrm>
          <a:off x="7528968" y="1325346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71768" y="79194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6</a:t>
            </a:r>
            <a:r>
              <a:rPr lang="en-US">
                <a:latin typeface="Arial" pitchFamily="34" charset="0"/>
                <a:sym typeface="Symbol" pitchFamily="18" charset="2"/>
              </a:rPr>
              <a:t></a:t>
            </a:r>
            <a:endParaRPr lang="en-US">
              <a:latin typeface="Arial" pitchFamily="34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686800" y="145732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4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707367" y="2411411"/>
            <a:ext cx="716756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</p:txBody>
      </p:sp>
      <p:cxnSp>
        <p:nvCxnSpPr>
          <p:cNvPr id="42" name="Straight Arrow Connector 41"/>
          <p:cNvCxnSpPr>
            <a:cxnSpLocks/>
            <a:stCxn id="593123" idx="2"/>
          </p:cNvCxnSpPr>
          <p:nvPr/>
        </p:nvCxnSpPr>
        <p:spPr>
          <a:xfrm flipH="1">
            <a:off x="3795168" y="2217521"/>
            <a:ext cx="1600200" cy="546101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6" name="Group 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911965"/>
              </p:ext>
            </p:extLst>
          </p:nvPr>
        </p:nvGraphicFramePr>
        <p:xfrm>
          <a:off x="3073411" y="265112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033723" y="3565523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6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024323" y="2193923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8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47" name="Straight Arrow Connector 46"/>
          <p:cNvCxnSpPr>
            <a:cxnSpLocks/>
            <a:stCxn id="593123" idx="2"/>
          </p:cNvCxnSpPr>
          <p:nvPr/>
        </p:nvCxnSpPr>
        <p:spPr>
          <a:xfrm flipH="1">
            <a:off x="5393782" y="2217521"/>
            <a:ext cx="1586" cy="5476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8" name="Group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578808"/>
              </p:ext>
            </p:extLst>
          </p:nvPr>
        </p:nvGraphicFramePr>
        <p:xfrm>
          <a:off x="4786323" y="265112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746636" y="3565523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319723" y="2281234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4</a:t>
            </a:r>
            <a:endParaRPr lang="en-US">
              <a:latin typeface="Arial" pitchFamily="34" charset="0"/>
            </a:endParaRPr>
          </a:p>
        </p:txBody>
      </p:sp>
      <p:cxnSp>
        <p:nvCxnSpPr>
          <p:cNvPr id="54" name="Straight Arrow Connector 53"/>
          <p:cNvCxnSpPr>
            <a:cxnSpLocks/>
            <a:stCxn id="593123" idx="2"/>
          </p:cNvCxnSpPr>
          <p:nvPr/>
        </p:nvCxnSpPr>
        <p:spPr>
          <a:xfrm>
            <a:off x="5395369" y="2217521"/>
            <a:ext cx="1522413" cy="547689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0" name="Group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85084"/>
              </p:ext>
            </p:extLst>
          </p:nvPr>
        </p:nvGraphicFramePr>
        <p:xfrm>
          <a:off x="6310323" y="265112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270636" y="3565523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6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172200" y="22098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2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67" name="Straight Arrow Connector 66"/>
          <p:cNvCxnSpPr>
            <a:cxnSpLocks/>
            <a:stCxn id="593124" idx="2"/>
          </p:cNvCxnSpPr>
          <p:nvPr/>
        </p:nvCxnSpPr>
        <p:spPr>
          <a:xfrm>
            <a:off x="8138569" y="2203233"/>
            <a:ext cx="303213" cy="56197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2" name="Group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7884"/>
              </p:ext>
            </p:extLst>
          </p:nvPr>
        </p:nvGraphicFramePr>
        <p:xfrm>
          <a:off x="7834323" y="265112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7794636" y="3565523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8305800" y="22098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4</a:t>
            </a:r>
            <a:endParaRPr lang="en-US">
              <a:latin typeface="Arial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1713709" y="3931817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</a:t>
            </a:r>
          </a:p>
        </p:txBody>
      </p:sp>
      <p:cxnSp>
        <p:nvCxnSpPr>
          <p:cNvPr id="73" name="Straight Arrow Connector 72"/>
          <p:cNvCxnSpPr>
            <a:stCxn id="49" idx="0"/>
          </p:cNvCxnSpPr>
          <p:nvPr/>
        </p:nvCxnSpPr>
        <p:spPr>
          <a:xfrm rot="16200000" flipH="1">
            <a:off x="5083186" y="3876673"/>
            <a:ext cx="622300" cy="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4" name="Group 2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672826"/>
              </p:ext>
            </p:extLst>
          </p:nvPr>
        </p:nvGraphicFramePr>
        <p:xfrm>
          <a:off x="4792665" y="408422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672117" y="4991290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5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5407900" y="3786979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dirty="0">
                <a:latin typeface="Arial" pitchFamily="34" charset="0"/>
                <a:sym typeface="Symbol" pitchFamily="18" charset="2"/>
              </a:rPr>
              <a:t>6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C8B042-B692-46DB-A9ED-151194C2CB7C}"/>
              </a:ext>
            </a:extLst>
          </p:cNvPr>
          <p:cNvSpPr/>
          <p:nvPr/>
        </p:nvSpPr>
        <p:spPr>
          <a:xfrm>
            <a:off x="8690224" y="1668245"/>
            <a:ext cx="685797" cy="369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3" name="Group 238">
            <a:extLst>
              <a:ext uri="{FF2B5EF4-FFF2-40B4-BE49-F238E27FC236}">
                <a16:creationId xmlns:a16="http://schemas.microsoft.com/office/drawing/2014/main" id="{36EDC6F1-D639-431A-936C-3C8126BA5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364285"/>
              </p:ext>
            </p:extLst>
          </p:nvPr>
        </p:nvGraphicFramePr>
        <p:xfrm>
          <a:off x="3095623" y="403342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D806C0DB-53FF-47B0-AE1E-DF91E5C2F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612" y="4958932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7</a:t>
            </a:r>
          </a:p>
        </p:txBody>
      </p:sp>
      <p:graphicFrame>
        <p:nvGraphicFramePr>
          <p:cNvPr id="58" name="Group 238">
            <a:extLst>
              <a:ext uri="{FF2B5EF4-FFF2-40B4-BE49-F238E27FC236}">
                <a16:creationId xmlns:a16="http://schemas.microsoft.com/office/drawing/2014/main" id="{639AA261-C944-4757-A678-7C67113D2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382927"/>
              </p:ext>
            </p:extLst>
          </p:nvPr>
        </p:nvGraphicFramePr>
        <p:xfrm>
          <a:off x="6797676" y="413184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375C99B1-FAB9-4213-B850-C1F7086DD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128" y="5038915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1,f = 5</a:t>
            </a:r>
          </a:p>
        </p:txBody>
      </p:sp>
      <p:graphicFrame>
        <p:nvGraphicFramePr>
          <p:cNvPr id="60" name="Group 238">
            <a:extLst>
              <a:ext uri="{FF2B5EF4-FFF2-40B4-BE49-F238E27FC236}">
                <a16:creationId xmlns:a16="http://schemas.microsoft.com/office/drawing/2014/main" id="{4EA27E66-F195-4286-9DA2-D00DFC649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297781"/>
              </p:ext>
            </p:extLst>
          </p:nvPr>
        </p:nvGraphicFramePr>
        <p:xfrm>
          <a:off x="8456614" y="4162008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7BCFD3A3-F22B-43DB-8BC0-BF8EB947A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6066" y="5069078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0,f = 5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DAE534-FC7B-4800-876D-6EEE18427316}"/>
              </a:ext>
            </a:extLst>
          </p:cNvPr>
          <p:cNvSpPr/>
          <p:nvPr/>
        </p:nvSpPr>
        <p:spPr>
          <a:xfrm>
            <a:off x="5963297" y="1601571"/>
            <a:ext cx="685797" cy="369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8B70DBD-0466-4839-AD26-958F259FB0C3}"/>
              </a:ext>
            </a:extLst>
          </p:cNvPr>
          <p:cNvSpPr/>
          <p:nvPr/>
        </p:nvSpPr>
        <p:spPr>
          <a:xfrm>
            <a:off x="5376083" y="3552822"/>
            <a:ext cx="685797" cy="369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EC4CF5-642E-495F-9D11-C6F76768D925}"/>
              </a:ext>
            </a:extLst>
          </p:cNvPr>
          <p:cNvCxnSpPr>
            <a:cxnSpLocks/>
            <a:stCxn id="593128" idx="2"/>
          </p:cNvCxnSpPr>
          <p:nvPr/>
        </p:nvCxnSpPr>
        <p:spPr>
          <a:xfrm flipH="1">
            <a:off x="3871925" y="3529011"/>
            <a:ext cx="1523998" cy="52625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23E3E4E-E3E2-4483-96BC-9F67AEE580AC}"/>
              </a:ext>
            </a:extLst>
          </p:cNvPr>
          <p:cNvSpPr/>
          <p:nvPr/>
        </p:nvSpPr>
        <p:spPr>
          <a:xfrm>
            <a:off x="5317539" y="5019255"/>
            <a:ext cx="722313" cy="3460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896160-C500-434C-90B7-1FC4360F871B}"/>
              </a:ext>
            </a:extLst>
          </p:cNvPr>
          <p:cNvCxnSpPr>
            <a:cxnSpLocks/>
          </p:cNvCxnSpPr>
          <p:nvPr/>
        </p:nvCxnSpPr>
        <p:spPr>
          <a:xfrm>
            <a:off x="6042029" y="4530305"/>
            <a:ext cx="655637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433DA08-25DE-4141-8FE6-E6258743CD9D}"/>
              </a:ext>
            </a:extLst>
          </p:cNvPr>
          <p:cNvSpPr/>
          <p:nvPr/>
        </p:nvSpPr>
        <p:spPr>
          <a:xfrm>
            <a:off x="7324829" y="5038915"/>
            <a:ext cx="722313" cy="3460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429AE1-C99B-4AF4-9FBF-9D9EEF797390}"/>
              </a:ext>
            </a:extLst>
          </p:cNvPr>
          <p:cNvCxnSpPr/>
          <p:nvPr/>
        </p:nvCxnSpPr>
        <p:spPr>
          <a:xfrm flipV="1">
            <a:off x="9245600" y="1397000"/>
            <a:ext cx="609600" cy="286277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57BDC2C-B56E-4CEF-B9E8-CC225641913C}"/>
              </a:ext>
            </a:extLst>
          </p:cNvPr>
          <p:cNvSpPr/>
          <p:nvPr/>
        </p:nvSpPr>
        <p:spPr>
          <a:xfrm rot="16891665">
            <a:off x="9239250" y="2611437"/>
            <a:ext cx="15696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Đích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D11E97-E443-4A8A-B8D9-C591058B5A07}"/>
              </a:ext>
            </a:extLst>
          </p:cNvPr>
          <p:cNvSpPr/>
          <p:nvPr/>
        </p:nvSpPr>
        <p:spPr>
          <a:xfrm>
            <a:off x="8963128" y="5021453"/>
            <a:ext cx="903514" cy="4238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43795C-219C-49A9-B5D4-373245533B36}"/>
              </a:ext>
            </a:extLst>
          </p:cNvPr>
          <p:cNvCxnSpPr>
            <a:endCxn id="60" idx="1"/>
          </p:cNvCxnSpPr>
          <p:nvPr/>
        </p:nvCxnSpPr>
        <p:spPr>
          <a:xfrm>
            <a:off x="8016876" y="4600950"/>
            <a:ext cx="439738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Group 238">
            <a:extLst>
              <a:ext uri="{FF2B5EF4-FFF2-40B4-BE49-F238E27FC236}">
                <a16:creationId xmlns:a16="http://schemas.microsoft.com/office/drawing/2014/main" id="{17600099-356C-4602-8108-6FFA0D5D4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438688"/>
              </p:ext>
            </p:extLst>
          </p:nvPr>
        </p:nvGraphicFramePr>
        <p:xfrm>
          <a:off x="5581106" y="5756433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0D45E87F-99B2-45BE-9553-A1ECC3612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4196" y="5634990"/>
            <a:ext cx="8211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</a:t>
            </a:r>
          </a:p>
          <a:p>
            <a:pPr algn="ctr"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C4EB1A-1AA5-4711-973A-4D17AD30C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5527" y="4078424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F5CD81-61AC-4E03-8B94-7CB0C3274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549" y="4211895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230784-C5CF-4235-99C7-7E2ADFA34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8933" y="5310900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=5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DE9E1C-BE58-4373-8FB7-BCAD28F0FA2E}"/>
              </a:ext>
            </a:extLst>
          </p:cNvPr>
          <p:cNvCxnSpPr>
            <a:cxnSpLocks/>
          </p:cNvCxnSpPr>
          <p:nvPr/>
        </p:nvCxnSpPr>
        <p:spPr>
          <a:xfrm flipH="1">
            <a:off x="6630446" y="5229226"/>
            <a:ext cx="302167" cy="33606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542265" y="5764470"/>
            <a:ext cx="3852071" cy="646331"/>
          </a:xfrm>
          <a:prstGeom prst="rect">
            <a:avLst/>
          </a:prstGeom>
          <a:solidFill>
            <a:srgbClr val="66CCFF"/>
          </a:solidFill>
        </p:spPr>
        <p:txBody>
          <a:bodyPr wrap="square">
            <a:spAutoFit/>
          </a:bodyPr>
          <a:lstStyle/>
          <a:p>
            <a:pPr algn="just" eaLnBrk="1" hangingPunct="1"/>
            <a:r>
              <a:rPr lang="en-US" b="1" dirty="0">
                <a:cs typeface="Times New Roman" pitchFamily="18" charset="0"/>
              </a:rPr>
              <a:t>h</a:t>
            </a:r>
            <a:r>
              <a:rPr lang="en-US" b="1" baseline="-25000" dirty="0">
                <a:cs typeface="Times New Roman" pitchFamily="18" charset="0"/>
              </a:rPr>
              <a:t>1</a:t>
            </a:r>
            <a:r>
              <a:rPr lang="en-US" b="1" dirty="0">
                <a:cs typeface="Times New Roman" pitchFamily="18" charset="0"/>
              </a:rPr>
              <a:t>(a, b)</a:t>
            </a:r>
            <a:r>
              <a:rPr lang="en-US" dirty="0">
                <a:cs typeface="Times New Roman" pitchFamily="18" charset="0"/>
              </a:rPr>
              <a:t> = </a:t>
            </a:r>
            <a:r>
              <a:rPr lang="en-US" dirty="0" err="1">
                <a:cs typeface="Times New Roman" pitchFamily="18" charset="0"/>
              </a:rPr>
              <a:t>Số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vị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trí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có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giá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trị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khác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nhau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giữa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hai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cấu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hình</a:t>
            </a:r>
            <a:r>
              <a:rPr lang="en-US" dirty="0">
                <a:cs typeface="Times New Roman" pitchFamily="18" charset="0"/>
              </a:rPr>
              <a:t> a </a:t>
            </a:r>
            <a:r>
              <a:rPr lang="en-US" dirty="0" err="1">
                <a:cs typeface="Times New Roman" pitchFamily="18" charset="0"/>
              </a:rPr>
              <a:t>và</a:t>
            </a:r>
            <a:r>
              <a:rPr lang="en-US" dirty="0">
                <a:cs typeface="Times New Roman" pitchFamily="18" charset="0"/>
              </a:rPr>
              <a:t> b (ĐÍCH)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589" y="573545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62711" y="1958975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20008" y="1853467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62779" y="1784689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93013" y="3108322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05323" y="3159678"/>
            <a:ext cx="32573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99324" y="2281855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3523" y="2816721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10452" y="4545609"/>
            <a:ext cx="30008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41287" y="4618173"/>
            <a:ext cx="27443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69065" y="4606505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71576" y="4687708"/>
            <a:ext cx="40267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71745" y="6269687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9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9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9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59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59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8" dur="500"/>
                                        <p:tgtEl>
                                          <p:spTgt spid="59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59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6" dur="500"/>
                                        <p:tgtEl>
                                          <p:spTgt spid="59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8" dur="500"/>
                                        <p:tgtEl>
                                          <p:spTgt spid="59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0" grpId="0"/>
      <p:bldP spid="23" grpId="0"/>
      <p:bldP spid="25" grpId="0"/>
      <p:bldP spid="27" grpId="0"/>
      <p:bldP spid="30" grpId="0"/>
      <p:bldP spid="31" grpId="0"/>
      <p:bldP spid="35" grpId="0"/>
      <p:bldP spid="37" grpId="0"/>
      <p:bldP spid="41" grpId="0"/>
      <p:bldP spid="44" grpId="0"/>
      <p:bldP spid="45" grpId="0"/>
      <p:bldP spid="49" grpId="0"/>
      <p:bldP spid="50" grpId="0"/>
      <p:bldP spid="56" grpId="0"/>
      <p:bldP spid="57" grpId="0"/>
      <p:bldP spid="69" grpId="0"/>
      <p:bldP spid="70" grpId="0"/>
      <p:bldP spid="72" grpId="0"/>
      <p:bldP spid="75" grpId="0"/>
      <p:bldP spid="76" grpId="0"/>
      <p:bldP spid="11" grpId="0" animBg="1"/>
      <p:bldP spid="11" grpId="1" animBg="1"/>
      <p:bldP spid="55" grpId="0"/>
      <p:bldP spid="59" grpId="0"/>
      <p:bldP spid="61" grpId="0"/>
      <p:bldP spid="62" grpId="0" animBg="1"/>
      <p:bldP spid="62" grpId="1" animBg="1"/>
      <p:bldP spid="63" grpId="0" animBg="1"/>
      <p:bldP spid="63" grpId="1" animBg="1"/>
      <p:bldP spid="14" grpId="0" animBg="1"/>
      <p:bldP spid="14" grpId="1" animBg="1"/>
      <p:bldP spid="68" grpId="0" animBg="1"/>
      <p:bldP spid="68" grpId="1" animBg="1"/>
      <p:bldP spid="21" grpId="0" animBg="1"/>
      <p:bldP spid="24" grpId="0" animBg="1"/>
      <p:bldP spid="65" grpId="0"/>
      <p:bldP spid="71" grpId="0"/>
      <p:bldP spid="74" grpId="0"/>
      <p:bldP spid="77" grpId="0"/>
      <p:bldP spid="5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sp>
        <p:nvSpPr>
          <p:cNvPr id="136194" name="Title 1"/>
          <p:cNvSpPr>
            <a:spLocks noGrp="1"/>
          </p:cNvSpPr>
          <p:nvPr>
            <p:ph type="title" idx="4294967295"/>
          </p:nvPr>
        </p:nvSpPr>
        <p:spPr>
          <a:xfrm>
            <a:off x="0" y="12700"/>
            <a:ext cx="3657600" cy="609600"/>
          </a:xfrm>
        </p:spPr>
        <p:txBody>
          <a:bodyPr anchor="b"/>
          <a:lstStyle/>
          <a:p>
            <a:pPr eaLnBrk="1" hangingPunct="1"/>
            <a:r>
              <a:rPr lang="en-US" sz="3600"/>
              <a:t>Sử dụng H1</a:t>
            </a:r>
          </a:p>
        </p:txBody>
      </p:sp>
      <p:graphicFrame>
        <p:nvGraphicFramePr>
          <p:cNvPr id="593119" name="Group 223"/>
          <p:cNvGraphicFramePr>
            <a:graphicFrameLocks noGrp="1"/>
          </p:cNvGraphicFramePr>
          <p:nvPr/>
        </p:nvGraphicFramePr>
        <p:xfrm>
          <a:off x="5141913" y="56356"/>
          <a:ext cx="1143000" cy="87788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3114" name="Group 218"/>
          <p:cNvGraphicFramePr>
            <a:graphicFrameLocks noGrp="1"/>
          </p:cNvGraphicFramePr>
          <p:nvPr/>
        </p:nvGraphicFramePr>
        <p:xfrm>
          <a:off x="8991600" y="264320"/>
          <a:ext cx="1524000" cy="1152525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616950" y="-33338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latin typeface="Arial" pitchFamily="34" charset="0"/>
              </a:rPr>
              <a:t>GOAL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299201" y="5635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3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721644" y="632617"/>
            <a:ext cx="71675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H="1">
            <a:off x="3276601" y="934243"/>
            <a:ext cx="2263775" cy="446883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76400" y="1595437"/>
            <a:ext cx="71675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</p:txBody>
      </p:sp>
      <p:graphicFrame>
        <p:nvGraphicFramePr>
          <p:cNvPr id="593121" name="Group 225"/>
          <p:cNvGraphicFramePr>
            <a:graphicFrameLocks noGrp="1"/>
          </p:cNvGraphicFramePr>
          <p:nvPr/>
        </p:nvGraphicFramePr>
        <p:xfrm>
          <a:off x="2667000" y="14081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824288" y="138112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33800" y="90805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5410201" y="977107"/>
            <a:ext cx="157957" cy="40401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3" name="Group 227"/>
          <p:cNvGraphicFramePr>
            <a:graphicFrameLocks noGrp="1"/>
          </p:cNvGraphicFramePr>
          <p:nvPr/>
        </p:nvGraphicFramePr>
        <p:xfrm>
          <a:off x="4800600" y="13954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957888" y="138112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4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540375" y="935039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618958" y="942181"/>
            <a:ext cx="2305843" cy="43894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4" name="Group 228"/>
          <p:cNvGraphicFramePr>
            <a:graphicFrameLocks noGrp="1"/>
          </p:cNvGraphicFramePr>
          <p:nvPr/>
        </p:nvGraphicFramePr>
        <p:xfrm>
          <a:off x="7543800" y="1381126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86600" y="84772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6</a:t>
            </a:r>
            <a:r>
              <a:rPr lang="en-US">
                <a:latin typeface="Arial" pitchFamily="34" charset="0"/>
                <a:sym typeface="Symbol" pitchFamily="18" charset="2"/>
              </a:rPr>
              <a:t></a:t>
            </a:r>
            <a:endParaRPr lang="en-US">
              <a:latin typeface="Arial" pitchFamily="34" charset="0"/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721644" y="2579689"/>
            <a:ext cx="716756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</p:txBody>
      </p:sp>
      <p:cxnSp>
        <p:nvCxnSpPr>
          <p:cNvPr id="42" name="Straight Arrow Connector 41"/>
          <p:cNvCxnSpPr>
            <a:cxnSpLocks/>
            <a:stCxn id="593123" idx="2"/>
          </p:cNvCxnSpPr>
          <p:nvPr/>
        </p:nvCxnSpPr>
        <p:spPr>
          <a:xfrm flipH="1">
            <a:off x="3810000" y="2273301"/>
            <a:ext cx="1600200" cy="546101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6" name="Group 230"/>
          <p:cNvGraphicFramePr>
            <a:graphicFrameLocks noGrp="1"/>
          </p:cNvGraphicFramePr>
          <p:nvPr/>
        </p:nvGraphicFramePr>
        <p:xfrm>
          <a:off x="3087688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048000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6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038600" y="23622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8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47" name="Straight Arrow Connector 46"/>
          <p:cNvCxnSpPr>
            <a:cxnSpLocks/>
            <a:stCxn id="593123" idx="2"/>
          </p:cNvCxnSpPr>
          <p:nvPr/>
        </p:nvCxnSpPr>
        <p:spPr>
          <a:xfrm flipH="1">
            <a:off x="5408614" y="2273301"/>
            <a:ext cx="1586" cy="5476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8" name="Group 232"/>
          <p:cNvGraphicFramePr>
            <a:graphicFrameLocks noGrp="1"/>
          </p:cNvGraphicFramePr>
          <p:nvPr/>
        </p:nvGraphicFramePr>
        <p:xfrm>
          <a:off x="4800600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760913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334000" y="2449512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4</a:t>
            </a:r>
            <a:endParaRPr lang="en-US">
              <a:latin typeface="Arial" pitchFamily="34" charset="0"/>
            </a:endParaRPr>
          </a:p>
        </p:txBody>
      </p:sp>
      <p:cxnSp>
        <p:nvCxnSpPr>
          <p:cNvPr id="54" name="Straight Arrow Connector 53"/>
          <p:cNvCxnSpPr>
            <a:cxnSpLocks/>
            <a:stCxn id="593123" idx="2"/>
          </p:cNvCxnSpPr>
          <p:nvPr/>
        </p:nvCxnSpPr>
        <p:spPr>
          <a:xfrm>
            <a:off x="5410201" y="2273301"/>
            <a:ext cx="1522413" cy="547689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0" name="Group 234"/>
          <p:cNvGraphicFramePr>
            <a:graphicFrameLocks noGrp="1"/>
          </p:cNvGraphicFramePr>
          <p:nvPr/>
        </p:nvGraphicFramePr>
        <p:xfrm>
          <a:off x="6324600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284913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6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172200" y="22098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2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67" name="Straight Arrow Connector 66"/>
          <p:cNvCxnSpPr>
            <a:cxnSpLocks/>
            <a:stCxn id="593124" idx="2"/>
          </p:cNvCxnSpPr>
          <p:nvPr/>
        </p:nvCxnSpPr>
        <p:spPr>
          <a:xfrm>
            <a:off x="8153401" y="2259013"/>
            <a:ext cx="303213" cy="56197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2" name="Group 236"/>
          <p:cNvGraphicFramePr>
            <a:graphicFrameLocks noGrp="1"/>
          </p:cNvGraphicFramePr>
          <p:nvPr/>
        </p:nvGraphicFramePr>
        <p:xfrm>
          <a:off x="7848600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7808913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8305800" y="22098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4</a:t>
            </a:r>
            <a:endParaRPr lang="en-US">
              <a:latin typeface="Arial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1721644" y="4202112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</a:t>
            </a:r>
          </a:p>
        </p:txBody>
      </p:sp>
      <p:cxnSp>
        <p:nvCxnSpPr>
          <p:cNvPr id="73" name="Straight Arrow Connector 72"/>
          <p:cNvCxnSpPr>
            <a:stCxn id="49" idx="0"/>
          </p:cNvCxnSpPr>
          <p:nvPr/>
        </p:nvCxnSpPr>
        <p:spPr>
          <a:xfrm rot="16200000" flipH="1">
            <a:off x="5097463" y="4044951"/>
            <a:ext cx="622300" cy="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4" name="Group 238"/>
          <p:cNvGraphicFramePr>
            <a:graphicFrameLocks noGrp="1"/>
          </p:cNvGraphicFramePr>
          <p:nvPr/>
        </p:nvGraphicFramePr>
        <p:xfrm>
          <a:off x="4800600" y="435451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700589" y="5280027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5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5486400" y="40386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6</a:t>
            </a:r>
            <a:endParaRPr lang="en-US">
              <a:latin typeface="Arial" pitchFamily="34" charset="0"/>
            </a:endParaRPr>
          </a:p>
        </p:txBody>
      </p:sp>
      <p:graphicFrame>
        <p:nvGraphicFramePr>
          <p:cNvPr id="53" name="Group 238">
            <a:extLst>
              <a:ext uri="{FF2B5EF4-FFF2-40B4-BE49-F238E27FC236}">
                <a16:creationId xmlns:a16="http://schemas.microsoft.com/office/drawing/2014/main" id="{36EDC6F1-D639-431A-936C-3C8126BA5A51}"/>
              </a:ext>
            </a:extLst>
          </p:cNvPr>
          <p:cNvGraphicFramePr>
            <a:graphicFrameLocks noGrp="1"/>
          </p:cNvGraphicFramePr>
          <p:nvPr/>
        </p:nvGraphicFramePr>
        <p:xfrm>
          <a:off x="3103558" y="430371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D806C0DB-53FF-47B0-AE1E-DF91E5C2F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547" y="5229227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7</a:t>
            </a:r>
          </a:p>
        </p:txBody>
      </p:sp>
      <p:graphicFrame>
        <p:nvGraphicFramePr>
          <p:cNvPr id="58" name="Group 238">
            <a:extLst>
              <a:ext uri="{FF2B5EF4-FFF2-40B4-BE49-F238E27FC236}">
                <a16:creationId xmlns:a16="http://schemas.microsoft.com/office/drawing/2014/main" id="{639AA261-C944-4757-A678-7C67113D28A3}"/>
              </a:ext>
            </a:extLst>
          </p:cNvPr>
          <p:cNvGraphicFramePr>
            <a:graphicFrameLocks noGrp="1"/>
          </p:cNvGraphicFramePr>
          <p:nvPr/>
        </p:nvGraphicFramePr>
        <p:xfrm>
          <a:off x="6805611" y="440214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375C99B1-FAB9-4213-B850-C1F7086DD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327652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1,f = 5</a:t>
            </a:r>
          </a:p>
        </p:txBody>
      </p:sp>
      <p:graphicFrame>
        <p:nvGraphicFramePr>
          <p:cNvPr id="60" name="Group 238">
            <a:extLst>
              <a:ext uri="{FF2B5EF4-FFF2-40B4-BE49-F238E27FC236}">
                <a16:creationId xmlns:a16="http://schemas.microsoft.com/office/drawing/2014/main" id="{4EA27E66-F195-4286-9DA2-D00DFC649FA7}"/>
              </a:ext>
            </a:extLst>
          </p:cNvPr>
          <p:cNvGraphicFramePr>
            <a:graphicFrameLocks noGrp="1"/>
          </p:cNvGraphicFramePr>
          <p:nvPr/>
        </p:nvGraphicFramePr>
        <p:xfrm>
          <a:off x="8464549" y="4432303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7BCFD3A3-F22B-43DB-8BC0-BF8EB947A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538" y="5357815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0,f = 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EC4CF5-642E-495F-9D11-C6F76768D925}"/>
              </a:ext>
            </a:extLst>
          </p:cNvPr>
          <p:cNvCxnSpPr>
            <a:cxnSpLocks/>
            <a:stCxn id="593128" idx="2"/>
          </p:cNvCxnSpPr>
          <p:nvPr/>
        </p:nvCxnSpPr>
        <p:spPr>
          <a:xfrm flipH="1">
            <a:off x="3886202" y="3697289"/>
            <a:ext cx="1523998" cy="52625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896160-C500-434C-90B7-1FC4360F871B}"/>
              </a:ext>
            </a:extLst>
          </p:cNvPr>
          <p:cNvCxnSpPr>
            <a:cxnSpLocks/>
          </p:cNvCxnSpPr>
          <p:nvPr/>
        </p:nvCxnSpPr>
        <p:spPr>
          <a:xfrm>
            <a:off x="6049964" y="4800600"/>
            <a:ext cx="655637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429AE1-C99B-4AF4-9FBF-9D9EEF797390}"/>
              </a:ext>
            </a:extLst>
          </p:cNvPr>
          <p:cNvCxnSpPr/>
          <p:nvPr/>
        </p:nvCxnSpPr>
        <p:spPr>
          <a:xfrm flipV="1">
            <a:off x="9245600" y="1397000"/>
            <a:ext cx="609600" cy="286277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57BDC2C-B56E-4CEF-B9E8-CC225641913C}"/>
              </a:ext>
            </a:extLst>
          </p:cNvPr>
          <p:cNvSpPr/>
          <p:nvPr/>
        </p:nvSpPr>
        <p:spPr>
          <a:xfrm rot="16891665">
            <a:off x="9239250" y="2611437"/>
            <a:ext cx="15696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Đích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D11E97-E443-4A8A-B8D9-C591058B5A07}"/>
              </a:ext>
            </a:extLst>
          </p:cNvPr>
          <p:cNvSpPr/>
          <p:nvPr/>
        </p:nvSpPr>
        <p:spPr>
          <a:xfrm>
            <a:off x="8991600" y="5310190"/>
            <a:ext cx="903514" cy="4238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43795C-219C-49A9-B5D4-373245533B36}"/>
              </a:ext>
            </a:extLst>
          </p:cNvPr>
          <p:cNvCxnSpPr>
            <a:endCxn id="60" idx="1"/>
          </p:cNvCxnSpPr>
          <p:nvPr/>
        </p:nvCxnSpPr>
        <p:spPr>
          <a:xfrm>
            <a:off x="8024811" y="4871245"/>
            <a:ext cx="439738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Group 238">
            <a:extLst>
              <a:ext uri="{FF2B5EF4-FFF2-40B4-BE49-F238E27FC236}">
                <a16:creationId xmlns:a16="http://schemas.microsoft.com/office/drawing/2014/main" id="{17600099-356C-4602-8108-6FFA0D5D4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8634"/>
              </p:ext>
            </p:extLst>
          </p:nvPr>
        </p:nvGraphicFramePr>
        <p:xfrm>
          <a:off x="5641974" y="5867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0D45E87F-99B2-45BE-9553-A1ECC3612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064" y="5822158"/>
            <a:ext cx="8211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</a:t>
            </a:r>
          </a:p>
          <a:p>
            <a:pPr algn="ctr"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C4EB1A-1AA5-4711-973A-4D17AD30C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3462" y="4348719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F5CD81-61AC-4E03-8B94-7CB0C3274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484" y="4482190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230784-C5CF-4235-99C7-7E2ADFA34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1" y="5498068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=5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DE9E1C-BE58-4373-8FB7-BCAD28F0FA2E}"/>
              </a:ext>
            </a:extLst>
          </p:cNvPr>
          <p:cNvCxnSpPr>
            <a:cxnSpLocks/>
          </p:cNvCxnSpPr>
          <p:nvPr/>
        </p:nvCxnSpPr>
        <p:spPr>
          <a:xfrm flipH="1">
            <a:off x="6521453" y="5229226"/>
            <a:ext cx="411160" cy="6604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5F199D3-98AA-4436-A095-0FC298185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145732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0D36E6-382D-4D93-8B12-434E3628B3F2}"/>
              </a:ext>
            </a:extLst>
          </p:cNvPr>
          <p:cNvSpPr txBox="1"/>
          <p:nvPr/>
        </p:nvSpPr>
        <p:spPr>
          <a:xfrm rot="20948324">
            <a:off x="2017714" y="2344876"/>
            <a:ext cx="7391400" cy="1569660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800" dirty="0" err="1">
                <a:cs typeface="Times New Roman" pitchFamily="18" charset="0"/>
              </a:rPr>
              <a:t>Vấn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đề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đặt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ra</a:t>
            </a:r>
            <a:r>
              <a:rPr lang="en-US" sz="4800" dirty="0">
                <a:cs typeface="Times New Roman" pitchFamily="18" charset="0"/>
              </a:rPr>
              <a:t>: </a:t>
            </a:r>
            <a:r>
              <a:rPr lang="en-US" sz="4800" dirty="0" err="1">
                <a:cs typeface="Times New Roman" pitchFamily="18" charset="0"/>
              </a:rPr>
              <a:t>làm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thế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nào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để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tính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dirty="0" err="1">
                <a:cs typeface="Times New Roman" pitchFamily="18" charset="0"/>
              </a:rPr>
              <a:t>nhanh</a:t>
            </a:r>
            <a:r>
              <a:rPr lang="en-US" sz="4800" dirty="0">
                <a:cs typeface="Times New Roman" pitchFamily="18" charset="0"/>
              </a:rPr>
              <a:t> </a:t>
            </a:r>
            <a:r>
              <a:rPr lang="en-US" sz="4800" err="1">
                <a:cs typeface="Times New Roman" pitchFamily="18" charset="0"/>
              </a:rPr>
              <a:t>được</a:t>
            </a:r>
            <a:r>
              <a:rPr lang="en-US" sz="4800">
                <a:cs typeface="Times New Roman" pitchFamily="18" charset="0"/>
              </a:rPr>
              <a:t> h?</a:t>
            </a:r>
            <a:endParaRPr lang="en-US" sz="48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70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136194" name="Title 1"/>
          <p:cNvSpPr>
            <a:spLocks noGrp="1"/>
          </p:cNvSpPr>
          <p:nvPr>
            <p:ph type="title" idx="4294967295"/>
          </p:nvPr>
        </p:nvSpPr>
        <p:spPr>
          <a:xfrm>
            <a:off x="0" y="12700"/>
            <a:ext cx="3657600" cy="609600"/>
          </a:xfrm>
        </p:spPr>
        <p:txBody>
          <a:bodyPr anchor="b"/>
          <a:lstStyle/>
          <a:p>
            <a:pPr eaLnBrk="1" hangingPunct="1"/>
            <a:r>
              <a:rPr lang="en-US" sz="3600"/>
              <a:t>Sử dụng H1</a:t>
            </a:r>
          </a:p>
        </p:txBody>
      </p:sp>
      <p:graphicFrame>
        <p:nvGraphicFramePr>
          <p:cNvPr id="593119" name="Group 2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39130"/>
              </p:ext>
            </p:extLst>
          </p:nvPr>
        </p:nvGraphicFramePr>
        <p:xfrm>
          <a:off x="5141913" y="56356"/>
          <a:ext cx="1143000" cy="87788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3114" name="Group 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08733"/>
              </p:ext>
            </p:extLst>
          </p:nvPr>
        </p:nvGraphicFramePr>
        <p:xfrm>
          <a:off x="8991600" y="264320"/>
          <a:ext cx="1524000" cy="1152525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7" marB="914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616950" y="-33338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b="1">
                <a:latin typeface="Arial" pitchFamily="34" charset="0"/>
              </a:rPr>
              <a:t>GOAL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299201" y="5635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3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676400" y="632617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H="1">
            <a:off x="3276601" y="934243"/>
            <a:ext cx="2263775" cy="446883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76400" y="1595437"/>
            <a:ext cx="71675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</p:txBody>
      </p:sp>
      <p:graphicFrame>
        <p:nvGraphicFramePr>
          <p:cNvPr id="593121" name="Group 2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23295"/>
              </p:ext>
            </p:extLst>
          </p:nvPr>
        </p:nvGraphicFramePr>
        <p:xfrm>
          <a:off x="2667000" y="14081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824288" y="138112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33800" y="90805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5410201" y="977107"/>
            <a:ext cx="157957" cy="40401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3" name="Group 2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64948"/>
              </p:ext>
            </p:extLst>
          </p:nvPr>
        </p:nvGraphicFramePr>
        <p:xfrm>
          <a:off x="4800600" y="13954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957888" y="138112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4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540375" y="935039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618958" y="942181"/>
            <a:ext cx="2305843" cy="43894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4" name="Group 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885520"/>
              </p:ext>
            </p:extLst>
          </p:nvPr>
        </p:nvGraphicFramePr>
        <p:xfrm>
          <a:off x="7543800" y="1381126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86600" y="84772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6</a:t>
            </a:r>
            <a:r>
              <a:rPr lang="en-US">
                <a:latin typeface="Arial" pitchFamily="34" charset="0"/>
                <a:sym typeface="Symbol" pitchFamily="18" charset="2"/>
              </a:rPr>
              <a:t></a:t>
            </a:r>
            <a:endParaRPr lang="en-US">
              <a:latin typeface="Arial" pitchFamily="34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686800" y="1457326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3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4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721644" y="2579689"/>
            <a:ext cx="716756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</p:txBody>
      </p:sp>
      <p:cxnSp>
        <p:nvCxnSpPr>
          <p:cNvPr id="42" name="Straight Arrow Connector 41"/>
          <p:cNvCxnSpPr>
            <a:cxnSpLocks/>
            <a:stCxn id="593123" idx="2"/>
          </p:cNvCxnSpPr>
          <p:nvPr/>
        </p:nvCxnSpPr>
        <p:spPr>
          <a:xfrm flipH="1">
            <a:off x="3810000" y="2273301"/>
            <a:ext cx="1600200" cy="546101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6" name="Group 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35600"/>
              </p:ext>
            </p:extLst>
          </p:nvPr>
        </p:nvGraphicFramePr>
        <p:xfrm>
          <a:off x="3087688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048000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6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038600" y="23622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8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47" name="Straight Arrow Connector 46"/>
          <p:cNvCxnSpPr>
            <a:cxnSpLocks/>
            <a:stCxn id="593123" idx="2"/>
          </p:cNvCxnSpPr>
          <p:nvPr/>
        </p:nvCxnSpPr>
        <p:spPr>
          <a:xfrm flipH="1">
            <a:off x="5408614" y="2273301"/>
            <a:ext cx="1586" cy="5476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28" name="Group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271464"/>
              </p:ext>
            </p:extLst>
          </p:nvPr>
        </p:nvGraphicFramePr>
        <p:xfrm>
          <a:off x="4800600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760913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334000" y="2449512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4</a:t>
            </a:r>
            <a:endParaRPr lang="en-US">
              <a:latin typeface="Arial" pitchFamily="34" charset="0"/>
            </a:endParaRPr>
          </a:p>
        </p:txBody>
      </p:sp>
      <p:cxnSp>
        <p:nvCxnSpPr>
          <p:cNvPr id="54" name="Straight Arrow Connector 53"/>
          <p:cNvCxnSpPr>
            <a:cxnSpLocks/>
            <a:stCxn id="593123" idx="2"/>
          </p:cNvCxnSpPr>
          <p:nvPr/>
        </p:nvCxnSpPr>
        <p:spPr>
          <a:xfrm>
            <a:off x="5410201" y="2273301"/>
            <a:ext cx="1522413" cy="547689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0" name="Group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672485"/>
              </p:ext>
            </p:extLst>
          </p:nvPr>
        </p:nvGraphicFramePr>
        <p:xfrm>
          <a:off x="6324600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284913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6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172200" y="22098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2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67" name="Straight Arrow Connector 66"/>
          <p:cNvCxnSpPr>
            <a:cxnSpLocks/>
            <a:stCxn id="593124" idx="2"/>
          </p:cNvCxnSpPr>
          <p:nvPr/>
        </p:nvCxnSpPr>
        <p:spPr>
          <a:xfrm>
            <a:off x="8153401" y="2259013"/>
            <a:ext cx="303213" cy="56197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2" name="Group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115034"/>
              </p:ext>
            </p:extLst>
          </p:nvPr>
        </p:nvGraphicFramePr>
        <p:xfrm>
          <a:off x="7848600" y="2819402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7808913" y="3733801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8305800" y="22098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4</a:t>
            </a:r>
            <a:endParaRPr lang="en-US">
              <a:latin typeface="Arial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1721644" y="4202112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</a:t>
            </a:r>
          </a:p>
        </p:txBody>
      </p:sp>
      <p:cxnSp>
        <p:nvCxnSpPr>
          <p:cNvPr id="73" name="Straight Arrow Connector 72"/>
          <p:cNvCxnSpPr>
            <a:stCxn id="49" idx="0"/>
          </p:cNvCxnSpPr>
          <p:nvPr/>
        </p:nvCxnSpPr>
        <p:spPr>
          <a:xfrm rot="16200000" flipH="1">
            <a:off x="5097463" y="4044951"/>
            <a:ext cx="622300" cy="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3134" name="Group 2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018130"/>
              </p:ext>
            </p:extLst>
          </p:nvPr>
        </p:nvGraphicFramePr>
        <p:xfrm>
          <a:off x="4800600" y="435451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700589" y="5280027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5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5486400" y="403860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6</a:t>
            </a:r>
            <a:endParaRPr lang="en-US">
              <a:latin typeface="Arial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C8B042-B692-46DB-A9ED-151194C2CB7C}"/>
              </a:ext>
            </a:extLst>
          </p:cNvPr>
          <p:cNvSpPr/>
          <p:nvPr/>
        </p:nvSpPr>
        <p:spPr>
          <a:xfrm>
            <a:off x="8705056" y="1724025"/>
            <a:ext cx="685797" cy="369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3" name="Group 238">
            <a:extLst>
              <a:ext uri="{FF2B5EF4-FFF2-40B4-BE49-F238E27FC236}">
                <a16:creationId xmlns:a16="http://schemas.microsoft.com/office/drawing/2014/main" id="{36EDC6F1-D639-431A-936C-3C8126BA5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965461"/>
              </p:ext>
            </p:extLst>
          </p:nvPr>
        </p:nvGraphicFramePr>
        <p:xfrm>
          <a:off x="3103558" y="430371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D806C0DB-53FF-47B0-AE1E-DF91E5C2F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547" y="5229227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7</a:t>
            </a:r>
          </a:p>
        </p:txBody>
      </p:sp>
      <p:graphicFrame>
        <p:nvGraphicFramePr>
          <p:cNvPr id="58" name="Group 238">
            <a:extLst>
              <a:ext uri="{FF2B5EF4-FFF2-40B4-BE49-F238E27FC236}">
                <a16:creationId xmlns:a16="http://schemas.microsoft.com/office/drawing/2014/main" id="{639AA261-C944-4757-A678-7C67113D2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554523"/>
              </p:ext>
            </p:extLst>
          </p:nvPr>
        </p:nvGraphicFramePr>
        <p:xfrm>
          <a:off x="6805611" y="440214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375C99B1-FAB9-4213-B850-C1F7086DD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327652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1,f = 5</a:t>
            </a:r>
          </a:p>
        </p:txBody>
      </p:sp>
      <p:graphicFrame>
        <p:nvGraphicFramePr>
          <p:cNvPr id="60" name="Group 238">
            <a:extLst>
              <a:ext uri="{FF2B5EF4-FFF2-40B4-BE49-F238E27FC236}">
                <a16:creationId xmlns:a16="http://schemas.microsoft.com/office/drawing/2014/main" id="{4EA27E66-F195-4286-9DA2-D00DFC649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928660"/>
              </p:ext>
            </p:extLst>
          </p:nvPr>
        </p:nvGraphicFramePr>
        <p:xfrm>
          <a:off x="8464549" y="4432303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7BCFD3A3-F22B-43DB-8BC0-BF8EB947A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538" y="5357815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0,f = 5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DAE534-FC7B-4800-876D-6EEE18427316}"/>
              </a:ext>
            </a:extLst>
          </p:cNvPr>
          <p:cNvSpPr/>
          <p:nvPr/>
        </p:nvSpPr>
        <p:spPr>
          <a:xfrm>
            <a:off x="5978129" y="1657351"/>
            <a:ext cx="685797" cy="369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8B70DBD-0466-4839-AD26-958F259FB0C3}"/>
              </a:ext>
            </a:extLst>
          </p:cNvPr>
          <p:cNvSpPr/>
          <p:nvPr/>
        </p:nvSpPr>
        <p:spPr>
          <a:xfrm>
            <a:off x="5390360" y="3721100"/>
            <a:ext cx="685797" cy="369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EC4CF5-642E-495F-9D11-C6F76768D925}"/>
              </a:ext>
            </a:extLst>
          </p:cNvPr>
          <p:cNvCxnSpPr>
            <a:cxnSpLocks/>
            <a:stCxn id="593128" idx="2"/>
          </p:cNvCxnSpPr>
          <p:nvPr/>
        </p:nvCxnSpPr>
        <p:spPr>
          <a:xfrm flipH="1">
            <a:off x="3886202" y="3697289"/>
            <a:ext cx="1523998" cy="52625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23E3E4E-E3E2-4483-96BC-9F67AEE580AC}"/>
              </a:ext>
            </a:extLst>
          </p:cNvPr>
          <p:cNvSpPr/>
          <p:nvPr/>
        </p:nvSpPr>
        <p:spPr>
          <a:xfrm>
            <a:off x="5325474" y="5289550"/>
            <a:ext cx="722313" cy="3460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896160-C500-434C-90B7-1FC4360F871B}"/>
              </a:ext>
            </a:extLst>
          </p:cNvPr>
          <p:cNvCxnSpPr>
            <a:cxnSpLocks/>
          </p:cNvCxnSpPr>
          <p:nvPr/>
        </p:nvCxnSpPr>
        <p:spPr>
          <a:xfrm>
            <a:off x="6049964" y="4800600"/>
            <a:ext cx="655637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433DA08-25DE-4141-8FE6-E6258743CD9D}"/>
              </a:ext>
            </a:extLst>
          </p:cNvPr>
          <p:cNvSpPr/>
          <p:nvPr/>
        </p:nvSpPr>
        <p:spPr>
          <a:xfrm>
            <a:off x="7353301" y="5327652"/>
            <a:ext cx="722313" cy="3460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429AE1-C99B-4AF4-9FBF-9D9EEF797390}"/>
              </a:ext>
            </a:extLst>
          </p:cNvPr>
          <p:cNvCxnSpPr/>
          <p:nvPr/>
        </p:nvCxnSpPr>
        <p:spPr>
          <a:xfrm flipV="1">
            <a:off x="9245600" y="1397000"/>
            <a:ext cx="609600" cy="286277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57BDC2C-B56E-4CEF-B9E8-CC225641913C}"/>
              </a:ext>
            </a:extLst>
          </p:cNvPr>
          <p:cNvSpPr/>
          <p:nvPr/>
        </p:nvSpPr>
        <p:spPr>
          <a:xfrm rot="16891665">
            <a:off x="9239250" y="2611437"/>
            <a:ext cx="15696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Đích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D11E97-E443-4A8A-B8D9-C591058B5A07}"/>
              </a:ext>
            </a:extLst>
          </p:cNvPr>
          <p:cNvSpPr/>
          <p:nvPr/>
        </p:nvSpPr>
        <p:spPr>
          <a:xfrm>
            <a:off x="8991600" y="5310190"/>
            <a:ext cx="903514" cy="4238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43795C-219C-49A9-B5D4-373245533B36}"/>
              </a:ext>
            </a:extLst>
          </p:cNvPr>
          <p:cNvCxnSpPr>
            <a:endCxn id="60" idx="1"/>
          </p:cNvCxnSpPr>
          <p:nvPr/>
        </p:nvCxnSpPr>
        <p:spPr>
          <a:xfrm>
            <a:off x="8024811" y="4871245"/>
            <a:ext cx="439738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Group 238">
            <a:extLst>
              <a:ext uri="{FF2B5EF4-FFF2-40B4-BE49-F238E27FC236}">
                <a16:creationId xmlns:a16="http://schemas.microsoft.com/office/drawing/2014/main" id="{17600099-356C-4602-8108-6FFA0D5D4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669407"/>
              </p:ext>
            </p:extLst>
          </p:nvPr>
        </p:nvGraphicFramePr>
        <p:xfrm>
          <a:off x="5641974" y="5943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0D45E87F-99B2-45BE-9553-A1ECC3612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064" y="5822158"/>
            <a:ext cx="8211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</a:t>
            </a:r>
          </a:p>
          <a:p>
            <a:pPr algn="ctr"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C4EB1A-1AA5-4711-973A-4D17AD30C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3462" y="4348719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F5CD81-61AC-4E03-8B94-7CB0C3274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484" y="4482190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230784-C5CF-4235-99C7-7E2ADFA34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1" y="5498068"/>
            <a:ext cx="10977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=5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DE9E1C-BE58-4373-8FB7-BCAD28F0FA2E}"/>
              </a:ext>
            </a:extLst>
          </p:cNvPr>
          <p:cNvCxnSpPr>
            <a:cxnSpLocks/>
          </p:cNvCxnSpPr>
          <p:nvPr/>
        </p:nvCxnSpPr>
        <p:spPr>
          <a:xfrm flipH="1">
            <a:off x="6521453" y="5229226"/>
            <a:ext cx="411160" cy="6604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700589" y="573545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62711" y="1958975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34840" y="1909247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77611" y="1840469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7290" y="3276600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19600" y="3327956"/>
            <a:ext cx="32573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13601" y="2450133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3523" y="2816721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18387" y="4815904"/>
            <a:ext cx="30008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49222" y="4888468"/>
            <a:ext cx="27443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77000" y="4876800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79511" y="4958003"/>
            <a:ext cx="40267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82311" y="5735360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72CC10D-12FC-494D-B90D-0D3F48B77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40" y="5993179"/>
            <a:ext cx="5084761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>
                <a:latin typeface="Arial" pitchFamily="34" charset="0"/>
              </a:rPr>
              <a:t>                          1   nếu di chuyển từ đúng sang sai</a:t>
            </a:r>
          </a:p>
          <a:p>
            <a:pPr eaLnBrk="1" hangingPunct="1"/>
            <a:r>
              <a:rPr lang="en-US" sz="1600" b="1">
                <a:latin typeface="Arial" pitchFamily="34" charset="0"/>
              </a:rPr>
              <a:t>                          0   nếu di chuyển từ sai sang sai</a:t>
            </a:r>
          </a:p>
          <a:p>
            <a:pPr eaLnBrk="1" hangingPunct="1"/>
            <a:r>
              <a:rPr lang="en-US" sz="1600" b="1">
                <a:latin typeface="Arial" pitchFamily="34" charset="0"/>
              </a:rPr>
              <a:t>                         -1   nếu di chuyển từ sai sang đúng                   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526862"/>
              </p:ext>
            </p:extLst>
          </p:nvPr>
        </p:nvGraphicFramePr>
        <p:xfrm>
          <a:off x="1600200" y="5970588"/>
          <a:ext cx="173831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531" imgH="609336" progId="Equation.3">
                  <p:embed/>
                </p:oleObj>
              </mc:Choice>
              <mc:Fallback>
                <p:oleObj name="Equation" r:id="rId2" imgW="850531" imgH="609336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970588"/>
                        <a:ext cx="1738312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694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B1EFE-74AC-FA6D-0850-89C66107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1008984"/>
            <a:ext cx="11950700" cy="4840033"/>
          </a:xfrm>
          <a:prstGeom prst="rect">
            <a:avLst/>
          </a:prstGeo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6F200558-3EAA-6BB7-53BC-AFB7F7EC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30940F97-43F5-4258-B03A-03DF6126AA69}" type="slidenum">
              <a:rPr lang="en-US" smtClean="0"/>
              <a:pPr>
                <a:spcAft>
                  <a:spcPts val="600"/>
                </a:spcAft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092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6180" name="Group 212"/>
          <p:cNvGraphicFramePr>
            <a:graphicFrameLocks noGrp="1"/>
          </p:cNvGraphicFramePr>
          <p:nvPr/>
        </p:nvGraphicFramePr>
        <p:xfrm>
          <a:off x="5181600" y="65246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6166" name="Group 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088642"/>
              </p:ext>
            </p:extLst>
          </p:nvPr>
        </p:nvGraphicFramePr>
        <p:xfrm>
          <a:off x="8839200" y="407988"/>
          <a:ext cx="1676400" cy="137160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229600" y="26989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GOAL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24600" y="838200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5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601788" y="1219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0800000" flipV="1">
            <a:off x="3276600" y="1752600"/>
            <a:ext cx="2514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76400" y="2743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</p:txBody>
      </p:sp>
      <p:graphicFrame>
        <p:nvGraphicFramePr>
          <p:cNvPr id="596168" name="Group 200"/>
          <p:cNvGraphicFramePr>
            <a:graphicFrameLocks noGrp="1"/>
          </p:cNvGraphicFramePr>
          <p:nvPr/>
        </p:nvGraphicFramePr>
        <p:xfrm>
          <a:off x="26670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8242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33800" y="196532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rot="5400000">
            <a:off x="5257800" y="1905000"/>
            <a:ext cx="685800" cy="3810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69" name="Group 201"/>
          <p:cNvGraphicFramePr>
            <a:graphicFrameLocks noGrp="1"/>
          </p:cNvGraphicFramePr>
          <p:nvPr/>
        </p:nvGraphicFramePr>
        <p:xfrm>
          <a:off x="4800600" y="2452689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9578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334000" y="1971812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791200" y="1752600"/>
            <a:ext cx="2133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0" name="Group 202"/>
          <p:cNvGraphicFramePr>
            <a:graphicFrameLocks noGrp="1"/>
          </p:cNvGraphicFramePr>
          <p:nvPr/>
        </p:nvGraphicFramePr>
        <p:xfrm>
          <a:off x="75438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86600" y="190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6</a:t>
            </a:r>
            <a:r>
              <a:rPr lang="en-US">
                <a:latin typeface="Arial" pitchFamily="34" charset="0"/>
                <a:sym typeface="Symbol" pitchFamily="18" charset="2"/>
              </a:rPr>
              <a:t></a:t>
            </a:r>
            <a:endParaRPr lang="en-US">
              <a:latin typeface="Arial" pitchFamily="34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686800" y="25146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619250" y="4308475"/>
            <a:ext cx="91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rot="10800000" flipV="1">
            <a:off x="3810000" y="3352800"/>
            <a:ext cx="16002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4" name="Group 206"/>
          <p:cNvGraphicFramePr>
            <a:graphicFrameLocks noGrp="1"/>
          </p:cNvGraphicFramePr>
          <p:nvPr/>
        </p:nvGraphicFramePr>
        <p:xfrm>
          <a:off x="3087688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048000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038600" y="3581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8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5400000">
            <a:off x="5067301" y="3695701"/>
            <a:ext cx="685800" cy="317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5" name="Group 207"/>
          <p:cNvGraphicFramePr>
            <a:graphicFrameLocks noGrp="1"/>
          </p:cNvGraphicFramePr>
          <p:nvPr/>
        </p:nvGraphicFramePr>
        <p:xfrm>
          <a:off x="4800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760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181600" y="3505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4</a:t>
            </a:r>
            <a:endParaRPr lang="en-US">
              <a:latin typeface="Arial" pitchFamily="34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5410201" y="3352800"/>
            <a:ext cx="1522413" cy="6873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6" name="Group 208"/>
          <p:cNvGraphicFramePr>
            <a:graphicFrameLocks noGrp="1"/>
          </p:cNvGraphicFramePr>
          <p:nvPr/>
        </p:nvGraphicFramePr>
        <p:xfrm>
          <a:off x="6324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284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172200" y="3429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2</a:t>
            </a:r>
            <a:endParaRPr lang="en-US">
              <a:latin typeface="Arial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1676400" y="6096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</a:t>
            </a:r>
          </a:p>
        </p:txBody>
      </p:sp>
      <p:cxnSp>
        <p:nvCxnSpPr>
          <p:cNvPr id="73" name="Straight Arrow Connector 72"/>
          <p:cNvCxnSpPr>
            <a:cxnSpLocks/>
            <a:stCxn id="49" idx="0"/>
          </p:cNvCxnSpPr>
          <p:nvPr/>
        </p:nvCxnSpPr>
        <p:spPr>
          <a:xfrm flipH="1">
            <a:off x="4038601" y="4953001"/>
            <a:ext cx="1370013" cy="54637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9" name="Group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112755"/>
              </p:ext>
            </p:extLst>
          </p:nvPr>
        </p:nvGraphicFramePr>
        <p:xfrm>
          <a:off x="4356464" y="5562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127864" y="64881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5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243251" y="5149056"/>
            <a:ext cx="68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7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137408" name="Title 1"/>
          <p:cNvSpPr>
            <a:spLocks/>
          </p:cNvSpPr>
          <p:nvPr/>
        </p:nvSpPr>
        <p:spPr bwMode="auto">
          <a:xfrm>
            <a:off x="1752600" y="152400"/>
            <a:ext cx="365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Sử dụng H2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  <p:graphicFrame>
        <p:nvGraphicFramePr>
          <p:cNvPr id="43" name="Group 211">
            <a:extLst>
              <a:ext uri="{FF2B5EF4-FFF2-40B4-BE49-F238E27FC236}">
                <a16:creationId xmlns:a16="http://schemas.microsoft.com/office/drawing/2014/main" id="{F4C2AD2F-5814-4FE3-A983-0F469DF2B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32549"/>
              </p:ext>
            </p:extLst>
          </p:nvPr>
        </p:nvGraphicFramePr>
        <p:xfrm>
          <a:off x="6426928" y="573673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D1B8C09-9029-47AF-AF1D-3A9A9C3A9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4266" y="6209666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 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D7FB44-E59F-488B-818A-7EAFCE8D485E}"/>
              </a:ext>
            </a:extLst>
          </p:cNvPr>
          <p:cNvCxnSpPr/>
          <p:nvPr/>
        </p:nvCxnSpPr>
        <p:spPr>
          <a:xfrm>
            <a:off x="5651864" y="6245225"/>
            <a:ext cx="775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7BE27FF-EBFA-40DE-B15A-D7FA30D22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307" y="5791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E5D9BC-CBE7-438B-AF24-B035597E6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664" y="6553201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1,f = 5</a:t>
            </a:r>
          </a:p>
        </p:txBody>
      </p:sp>
      <p:graphicFrame>
        <p:nvGraphicFramePr>
          <p:cNvPr id="52" name="Group 211">
            <a:extLst>
              <a:ext uri="{FF2B5EF4-FFF2-40B4-BE49-F238E27FC236}">
                <a16:creationId xmlns:a16="http://schemas.microsoft.com/office/drawing/2014/main" id="{1924FEC8-9D5C-4093-A7E7-FB6638D34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514906"/>
              </p:ext>
            </p:extLst>
          </p:nvPr>
        </p:nvGraphicFramePr>
        <p:xfrm>
          <a:off x="8534400" y="570203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696758F1-EEC4-4296-924C-01D467E6F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954" y="6218283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3DD466-FD1D-47D2-AEC4-DE648DD71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682" y="5734799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7B3E41-1EFC-43D4-9083-23B9D0B5A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749" y="6536532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0,f = 5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D2FF96C-C2D9-498D-AA69-0498E70C0965}"/>
              </a:ext>
            </a:extLst>
          </p:cNvPr>
          <p:cNvCxnSpPr/>
          <p:nvPr/>
        </p:nvCxnSpPr>
        <p:spPr>
          <a:xfrm>
            <a:off x="7709264" y="6248400"/>
            <a:ext cx="77506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C6F2C7C-1A0E-41C3-A959-64D6E1E55F6F}"/>
              </a:ext>
            </a:extLst>
          </p:cNvPr>
          <p:cNvSpPr/>
          <p:nvPr/>
        </p:nvSpPr>
        <p:spPr>
          <a:xfrm>
            <a:off x="9063449" y="6579554"/>
            <a:ext cx="646608" cy="28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E06425-F556-448D-A0DD-DAF9EE0D61E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9144001" y="1790701"/>
            <a:ext cx="1241481" cy="391132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60D05E-4642-4C0E-A0B7-644AD95A023C}"/>
              </a:ext>
            </a:extLst>
          </p:cNvPr>
          <p:cNvSpPr/>
          <p:nvPr/>
        </p:nvSpPr>
        <p:spPr>
          <a:xfrm rot="17158502">
            <a:off x="8946353" y="4393703"/>
            <a:ext cx="15696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Đích</a:t>
            </a:r>
          </a:p>
        </p:txBody>
      </p:sp>
      <p:graphicFrame>
        <p:nvGraphicFramePr>
          <p:cNvPr id="62" name="Group 211">
            <a:extLst>
              <a:ext uri="{FF2B5EF4-FFF2-40B4-BE49-F238E27FC236}">
                <a16:creationId xmlns:a16="http://schemas.microsoft.com/office/drawing/2014/main" id="{3452A815-2FF6-4982-89FA-9CE905DE8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32688"/>
              </p:ext>
            </p:extLst>
          </p:nvPr>
        </p:nvGraphicFramePr>
        <p:xfrm>
          <a:off x="7772400" y="40624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616755-F16E-4FC6-BB9C-7D53B04FCEF8}"/>
              </a:ext>
            </a:extLst>
          </p:cNvPr>
          <p:cNvCxnSpPr/>
          <p:nvPr/>
        </p:nvCxnSpPr>
        <p:spPr>
          <a:xfrm flipV="1">
            <a:off x="7397282" y="4724401"/>
            <a:ext cx="455673" cy="136101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479EBBB-595E-4A81-8FE5-78159A6CD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3064" y="506132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21DDB6-D42D-4A95-90F2-64CAD2C94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887575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7</a:t>
            </a:r>
          </a:p>
        </p:txBody>
      </p:sp>
      <p:graphicFrame>
        <p:nvGraphicFramePr>
          <p:cNvPr id="63" name="Group 211">
            <a:extLst>
              <a:ext uri="{FF2B5EF4-FFF2-40B4-BE49-F238E27FC236}">
                <a16:creationId xmlns:a16="http://schemas.microsoft.com/office/drawing/2014/main" id="{66303B17-A719-44E8-A02A-D6430FDF1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69383"/>
              </p:ext>
            </p:extLst>
          </p:nvPr>
        </p:nvGraphicFramePr>
        <p:xfrm>
          <a:off x="2743200" y="552529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2717EC1D-A549-4363-B469-5EC2FFC23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450808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7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FFA13E5-AA41-475D-8F47-16F00483EE92}"/>
              </a:ext>
            </a:extLst>
          </p:cNvPr>
          <p:cNvCxnSpPr>
            <a:cxnSpLocks/>
          </p:cNvCxnSpPr>
          <p:nvPr/>
        </p:nvCxnSpPr>
        <p:spPr>
          <a:xfrm flipH="1">
            <a:off x="5359020" y="4978924"/>
            <a:ext cx="93863" cy="55696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639E73A-D0CB-4B0C-AE44-51E8C7A33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625" y="5229224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6</a:t>
            </a:r>
            <a:endParaRPr lang="en-US">
              <a:latin typeface="Arial" pitchFamily="34" charset="0"/>
            </a:endParaRPr>
          </a:p>
        </p:txBody>
      </p:sp>
      <p:pic>
        <p:nvPicPr>
          <p:cNvPr id="6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7" y="5679594"/>
            <a:ext cx="3991771" cy="110220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526"/>
            <a:ext cx="3477748" cy="96027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" name="TextBox 70"/>
          <p:cNvSpPr txBox="1"/>
          <p:nvPr/>
        </p:nvSpPr>
        <p:spPr>
          <a:xfrm>
            <a:off x="6447093" y="471762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96622" y="3320534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51618" y="2936026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2800" y="2955640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11647" y="4539734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51618" y="4492625"/>
            <a:ext cx="32573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62800" y="3669269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0600" y="3695700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11647" y="5149056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91525" y="5431209"/>
            <a:ext cx="27443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96018" y="5351218"/>
            <a:ext cx="30008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51853" y="5736948"/>
            <a:ext cx="33855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59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9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59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59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59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59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0" grpId="0"/>
      <p:bldP spid="23" grpId="0"/>
      <p:bldP spid="25" grpId="0"/>
      <p:bldP spid="27" grpId="0"/>
      <p:bldP spid="30" grpId="0"/>
      <p:bldP spid="31" grpId="0"/>
      <p:bldP spid="35" grpId="0"/>
      <p:bldP spid="37" grpId="0"/>
      <p:bldP spid="41" grpId="0"/>
      <p:bldP spid="44" grpId="0"/>
      <p:bldP spid="45" grpId="0"/>
      <p:bldP spid="49" grpId="0"/>
      <p:bldP spid="50" grpId="0"/>
      <p:bldP spid="56" grpId="0"/>
      <p:bldP spid="57" grpId="0"/>
      <p:bldP spid="72" grpId="0"/>
      <p:bldP spid="75" grpId="0"/>
      <p:bldP spid="76" grpId="0"/>
      <p:bldP spid="46" grpId="0"/>
      <p:bldP spid="48" grpId="0"/>
      <p:bldP spid="51" grpId="0"/>
      <p:bldP spid="53" grpId="0"/>
      <p:bldP spid="55" grpId="0"/>
      <p:bldP spid="58" grpId="0"/>
      <p:bldP spid="6" grpId="0" animBg="1"/>
      <p:bldP spid="61" grpId="0" animBg="1"/>
      <p:bldP spid="67" grpId="0"/>
      <p:bldP spid="68" grpId="0"/>
      <p:bldP spid="64" grpId="0"/>
      <p:bldP spid="66" grpId="0"/>
      <p:bldP spid="71" grpId="0" animBg="1"/>
      <p:bldP spid="74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6180" name="Group 212"/>
          <p:cNvGraphicFramePr>
            <a:graphicFrameLocks noGrp="1"/>
          </p:cNvGraphicFramePr>
          <p:nvPr/>
        </p:nvGraphicFramePr>
        <p:xfrm>
          <a:off x="5181600" y="65246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6166" name="Group 198"/>
          <p:cNvGraphicFramePr>
            <a:graphicFrameLocks noGrp="1"/>
          </p:cNvGraphicFramePr>
          <p:nvPr/>
        </p:nvGraphicFramePr>
        <p:xfrm>
          <a:off x="8839200" y="407988"/>
          <a:ext cx="1676400" cy="137160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229600" y="26989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GOAL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24600" y="838200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5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601788" y="1219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0800000" flipV="1">
            <a:off x="3276600" y="1752600"/>
            <a:ext cx="2514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76400" y="2743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</p:txBody>
      </p:sp>
      <p:graphicFrame>
        <p:nvGraphicFramePr>
          <p:cNvPr id="596168" name="Group 200"/>
          <p:cNvGraphicFramePr>
            <a:graphicFrameLocks noGrp="1"/>
          </p:cNvGraphicFramePr>
          <p:nvPr/>
        </p:nvGraphicFramePr>
        <p:xfrm>
          <a:off x="26670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8242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33800" y="196532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rot="5400000">
            <a:off x="5257800" y="1905000"/>
            <a:ext cx="685800" cy="3810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69" name="Group 201"/>
          <p:cNvGraphicFramePr>
            <a:graphicFrameLocks noGrp="1"/>
          </p:cNvGraphicFramePr>
          <p:nvPr/>
        </p:nvGraphicFramePr>
        <p:xfrm>
          <a:off x="4800600" y="2452689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9578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334000" y="1971812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791200" y="1752600"/>
            <a:ext cx="2133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0" name="Group 202"/>
          <p:cNvGraphicFramePr>
            <a:graphicFrameLocks noGrp="1"/>
          </p:cNvGraphicFramePr>
          <p:nvPr/>
        </p:nvGraphicFramePr>
        <p:xfrm>
          <a:off x="75438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86600" y="190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6</a:t>
            </a:r>
            <a:r>
              <a:rPr lang="en-US">
                <a:latin typeface="Arial" pitchFamily="34" charset="0"/>
                <a:sym typeface="Symbol" pitchFamily="18" charset="2"/>
              </a:rPr>
              <a:t></a:t>
            </a:r>
            <a:endParaRPr lang="en-US">
              <a:latin typeface="Arial" pitchFamily="34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686800" y="25146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619250" y="4308475"/>
            <a:ext cx="91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rot="10800000" flipV="1">
            <a:off x="3810000" y="3352800"/>
            <a:ext cx="16002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4" name="Group 206"/>
          <p:cNvGraphicFramePr>
            <a:graphicFrameLocks noGrp="1"/>
          </p:cNvGraphicFramePr>
          <p:nvPr/>
        </p:nvGraphicFramePr>
        <p:xfrm>
          <a:off x="3087688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048000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038600" y="3581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8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5400000">
            <a:off x="5067301" y="3695701"/>
            <a:ext cx="685800" cy="317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5" name="Group 207"/>
          <p:cNvGraphicFramePr>
            <a:graphicFrameLocks noGrp="1"/>
          </p:cNvGraphicFramePr>
          <p:nvPr/>
        </p:nvGraphicFramePr>
        <p:xfrm>
          <a:off x="4800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760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181600" y="3505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4</a:t>
            </a:r>
            <a:endParaRPr lang="en-US">
              <a:latin typeface="Arial" pitchFamily="34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5410201" y="3352800"/>
            <a:ext cx="1522413" cy="6873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6" name="Group 208"/>
          <p:cNvGraphicFramePr>
            <a:graphicFrameLocks noGrp="1"/>
          </p:cNvGraphicFramePr>
          <p:nvPr/>
        </p:nvGraphicFramePr>
        <p:xfrm>
          <a:off x="6324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284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172200" y="3429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2</a:t>
            </a:r>
            <a:endParaRPr lang="en-US">
              <a:latin typeface="Arial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1676400" y="6096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</a:t>
            </a:r>
          </a:p>
        </p:txBody>
      </p:sp>
      <p:cxnSp>
        <p:nvCxnSpPr>
          <p:cNvPr id="73" name="Straight Arrow Connector 72"/>
          <p:cNvCxnSpPr>
            <a:cxnSpLocks/>
            <a:stCxn id="49" idx="0"/>
          </p:cNvCxnSpPr>
          <p:nvPr/>
        </p:nvCxnSpPr>
        <p:spPr>
          <a:xfrm flipH="1">
            <a:off x="4038601" y="4953001"/>
            <a:ext cx="1370013" cy="54637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9" name="Group 211"/>
          <p:cNvGraphicFramePr>
            <a:graphicFrameLocks noGrp="1"/>
          </p:cNvGraphicFramePr>
          <p:nvPr/>
        </p:nvGraphicFramePr>
        <p:xfrm>
          <a:off x="4356464" y="5562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127864" y="64881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5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243251" y="5149056"/>
            <a:ext cx="68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7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137408" name="Title 1"/>
          <p:cNvSpPr>
            <a:spLocks/>
          </p:cNvSpPr>
          <p:nvPr/>
        </p:nvSpPr>
        <p:spPr bwMode="auto">
          <a:xfrm>
            <a:off x="1752600" y="152400"/>
            <a:ext cx="365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Sử dụng H2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  <p:graphicFrame>
        <p:nvGraphicFramePr>
          <p:cNvPr id="43" name="Group 211">
            <a:extLst>
              <a:ext uri="{FF2B5EF4-FFF2-40B4-BE49-F238E27FC236}">
                <a16:creationId xmlns:a16="http://schemas.microsoft.com/office/drawing/2014/main" id="{F4C2AD2F-5814-4FE3-A983-0F469DF2B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512027"/>
              </p:ext>
            </p:extLst>
          </p:nvPr>
        </p:nvGraphicFramePr>
        <p:xfrm>
          <a:off x="6426928" y="57150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D1B8C09-9029-47AF-AF1D-3A9A9C3A9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4266" y="6209666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 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D7FB44-E59F-488B-818A-7EAFCE8D485E}"/>
              </a:ext>
            </a:extLst>
          </p:cNvPr>
          <p:cNvCxnSpPr/>
          <p:nvPr/>
        </p:nvCxnSpPr>
        <p:spPr>
          <a:xfrm>
            <a:off x="5651864" y="6245225"/>
            <a:ext cx="775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7BE27FF-EBFA-40DE-B15A-D7FA30D22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307" y="5791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E5D9BC-CBE7-438B-AF24-B035597E6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664" y="6477001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1,f = 5</a:t>
            </a:r>
          </a:p>
        </p:txBody>
      </p:sp>
      <p:graphicFrame>
        <p:nvGraphicFramePr>
          <p:cNvPr id="52" name="Group 211">
            <a:extLst>
              <a:ext uri="{FF2B5EF4-FFF2-40B4-BE49-F238E27FC236}">
                <a16:creationId xmlns:a16="http://schemas.microsoft.com/office/drawing/2014/main" id="{1924FEC8-9D5C-4093-A7E7-FB6638D34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78401"/>
              </p:ext>
            </p:extLst>
          </p:nvPr>
        </p:nvGraphicFramePr>
        <p:xfrm>
          <a:off x="8534400" y="56388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696758F1-EEC4-4296-924C-01D467E6F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954" y="6218283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3DD466-FD1D-47D2-AEC4-DE648DD71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682" y="5734799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7B3E41-1EFC-43D4-9083-23B9D0B5A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749" y="6477001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0,f = 5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D2FF96C-C2D9-498D-AA69-0498E70C0965}"/>
              </a:ext>
            </a:extLst>
          </p:cNvPr>
          <p:cNvCxnSpPr/>
          <p:nvPr/>
        </p:nvCxnSpPr>
        <p:spPr>
          <a:xfrm>
            <a:off x="7709264" y="6248400"/>
            <a:ext cx="77506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C6F2C7C-1A0E-41C3-A959-64D6E1E55F6F}"/>
              </a:ext>
            </a:extLst>
          </p:cNvPr>
          <p:cNvSpPr/>
          <p:nvPr/>
        </p:nvSpPr>
        <p:spPr>
          <a:xfrm>
            <a:off x="9030792" y="6493308"/>
            <a:ext cx="646608" cy="28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E06425-F556-448D-A0DD-DAF9EE0D61E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9144001" y="1727472"/>
            <a:ext cx="1241481" cy="391132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60D05E-4642-4C0E-A0B7-644AD95A023C}"/>
              </a:ext>
            </a:extLst>
          </p:cNvPr>
          <p:cNvSpPr/>
          <p:nvPr/>
        </p:nvSpPr>
        <p:spPr>
          <a:xfrm rot="17158502">
            <a:off x="8946353" y="4393703"/>
            <a:ext cx="15696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Đích</a:t>
            </a:r>
          </a:p>
        </p:txBody>
      </p:sp>
      <p:graphicFrame>
        <p:nvGraphicFramePr>
          <p:cNvPr id="62" name="Group 211">
            <a:extLst>
              <a:ext uri="{FF2B5EF4-FFF2-40B4-BE49-F238E27FC236}">
                <a16:creationId xmlns:a16="http://schemas.microsoft.com/office/drawing/2014/main" id="{3452A815-2FF6-4982-89FA-9CE905DE8C45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40624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616755-F16E-4FC6-BB9C-7D53B04FCEF8}"/>
              </a:ext>
            </a:extLst>
          </p:cNvPr>
          <p:cNvCxnSpPr/>
          <p:nvPr/>
        </p:nvCxnSpPr>
        <p:spPr>
          <a:xfrm flipV="1">
            <a:off x="7467600" y="5029200"/>
            <a:ext cx="838200" cy="11318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479EBBB-595E-4A81-8FE5-78159A6CD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3064" y="506132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21DDB6-D42D-4A95-90F2-64CAD2C94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887575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7</a:t>
            </a:r>
          </a:p>
        </p:txBody>
      </p:sp>
      <p:graphicFrame>
        <p:nvGraphicFramePr>
          <p:cNvPr id="63" name="Group 211">
            <a:extLst>
              <a:ext uri="{FF2B5EF4-FFF2-40B4-BE49-F238E27FC236}">
                <a16:creationId xmlns:a16="http://schemas.microsoft.com/office/drawing/2014/main" id="{66303B17-A719-44E8-A02A-D6430FDF18D7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552529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2717EC1D-A549-4363-B469-5EC2FFC23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450808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7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FFA13E5-AA41-475D-8F47-16F00483EE92}"/>
              </a:ext>
            </a:extLst>
          </p:cNvPr>
          <p:cNvCxnSpPr>
            <a:cxnSpLocks/>
          </p:cNvCxnSpPr>
          <p:nvPr/>
        </p:nvCxnSpPr>
        <p:spPr>
          <a:xfrm flipH="1">
            <a:off x="5359020" y="4978924"/>
            <a:ext cx="93863" cy="55696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639E73A-D0CB-4B0C-AE44-51E8C7A33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625" y="5229224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6</a:t>
            </a:r>
            <a:endParaRPr lang="en-US">
              <a:latin typeface="Arial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E013BA-D277-4D34-B68A-0BFD1DC4CF08}"/>
              </a:ext>
            </a:extLst>
          </p:cNvPr>
          <p:cNvSpPr txBox="1"/>
          <p:nvPr/>
        </p:nvSpPr>
        <p:spPr>
          <a:xfrm rot="20948324">
            <a:off x="1938238" y="2412929"/>
            <a:ext cx="7391400" cy="1570038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3200" dirty="0" err="1">
                <a:cs typeface="Times New Roman" pitchFamily="18" charset="0"/>
              </a:rPr>
              <a:t>Vấn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đề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đặt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ra</a:t>
            </a:r>
            <a:r>
              <a:rPr lang="en-US" sz="3200" dirty="0">
                <a:cs typeface="Times New Roman" pitchFamily="18" charset="0"/>
              </a:rPr>
              <a:t>: </a:t>
            </a:r>
            <a:r>
              <a:rPr lang="en-US" sz="3200" dirty="0" err="1">
                <a:cs typeface="Times New Roman" pitchFamily="18" charset="0"/>
              </a:rPr>
              <a:t>làm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thế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nào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để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tính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nhanh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được</a:t>
            </a:r>
            <a:r>
              <a:rPr lang="en-US" sz="3200" dirty="0">
                <a:cs typeface="Times New Roman" pitchFamily="18" charset="0"/>
              </a:rPr>
              <a:t> h </a:t>
            </a:r>
            <a:r>
              <a:rPr lang="en-US" sz="3200" dirty="0" err="1">
                <a:cs typeface="Times New Roman" pitchFamily="18" charset="0"/>
              </a:rPr>
              <a:t>của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cấu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hình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sau</a:t>
            </a:r>
            <a:r>
              <a:rPr lang="en-US" sz="3200" dirty="0">
                <a:cs typeface="Times New Roman" pitchFamily="18" charset="0"/>
              </a:rPr>
              <a:t> (h</a:t>
            </a:r>
            <a:r>
              <a:rPr lang="en-US" sz="3200" baseline="-25000" dirty="0">
                <a:cs typeface="Times New Roman" pitchFamily="18" charset="0"/>
              </a:rPr>
              <a:t>g+1</a:t>
            </a:r>
            <a:r>
              <a:rPr lang="en-US" sz="3200" dirty="0">
                <a:cs typeface="Times New Roman" pitchFamily="18" charset="0"/>
              </a:rPr>
              <a:t>) </a:t>
            </a:r>
            <a:r>
              <a:rPr lang="en-US" sz="3200" dirty="0" err="1">
                <a:cs typeface="Times New Roman" pitchFamily="18" charset="0"/>
              </a:rPr>
              <a:t>theo</a:t>
            </a:r>
            <a:r>
              <a:rPr lang="en-US" sz="3200" dirty="0">
                <a:cs typeface="Times New Roman" pitchFamily="18" charset="0"/>
              </a:rPr>
              <a:t> h </a:t>
            </a:r>
            <a:r>
              <a:rPr lang="en-US" sz="3200" dirty="0" err="1">
                <a:cs typeface="Times New Roman" pitchFamily="18" charset="0"/>
              </a:rPr>
              <a:t>của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cấu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hình</a:t>
            </a:r>
            <a:r>
              <a:rPr lang="en-US" sz="3200" dirty="0">
                <a:cs typeface="Times New Roman" pitchFamily="18" charset="0"/>
              </a:rPr>
              <a:t> </a:t>
            </a:r>
            <a:r>
              <a:rPr lang="en-US" sz="3200" dirty="0" err="1">
                <a:cs typeface="Times New Roman" pitchFamily="18" charset="0"/>
              </a:rPr>
              <a:t>trước</a:t>
            </a:r>
            <a:r>
              <a:rPr lang="en-US" sz="3200" dirty="0">
                <a:cs typeface="Times New Roman" pitchFamily="18" charset="0"/>
              </a:rPr>
              <a:t>  (h</a:t>
            </a:r>
            <a:r>
              <a:rPr lang="en-US" sz="3200" baseline="-25000" dirty="0">
                <a:cs typeface="Times New Roman" pitchFamily="18" charset="0"/>
              </a:rPr>
              <a:t>g</a:t>
            </a:r>
            <a:r>
              <a:rPr lang="en-US" sz="3200" dirty="0">
                <a:cs typeface="Times New Roman" pitchFamily="18" charset="0"/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335761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6180" name="Group 212"/>
          <p:cNvGraphicFramePr>
            <a:graphicFrameLocks noGrp="1"/>
          </p:cNvGraphicFramePr>
          <p:nvPr/>
        </p:nvGraphicFramePr>
        <p:xfrm>
          <a:off x="5181600" y="65246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6166" name="Group 198"/>
          <p:cNvGraphicFramePr>
            <a:graphicFrameLocks noGrp="1"/>
          </p:cNvGraphicFramePr>
          <p:nvPr/>
        </p:nvGraphicFramePr>
        <p:xfrm>
          <a:off x="8839200" y="407988"/>
          <a:ext cx="1676400" cy="137160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229600" y="26989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GOAL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24600" y="838200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5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601788" y="1219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0800000" flipV="1">
            <a:off x="3276600" y="1752600"/>
            <a:ext cx="2514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76400" y="2743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</p:txBody>
      </p:sp>
      <p:graphicFrame>
        <p:nvGraphicFramePr>
          <p:cNvPr id="596168" name="Group 200"/>
          <p:cNvGraphicFramePr>
            <a:graphicFrameLocks noGrp="1"/>
          </p:cNvGraphicFramePr>
          <p:nvPr/>
        </p:nvGraphicFramePr>
        <p:xfrm>
          <a:off x="26670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8242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33800" y="196532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rot="5400000">
            <a:off x="5257800" y="1905000"/>
            <a:ext cx="685800" cy="3810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69" name="Group 201"/>
          <p:cNvGraphicFramePr>
            <a:graphicFrameLocks noGrp="1"/>
          </p:cNvGraphicFramePr>
          <p:nvPr/>
        </p:nvGraphicFramePr>
        <p:xfrm>
          <a:off x="4800600" y="2452689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9578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334000" y="1971812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791200" y="1752600"/>
            <a:ext cx="2133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0" name="Group 202"/>
          <p:cNvGraphicFramePr>
            <a:graphicFrameLocks noGrp="1"/>
          </p:cNvGraphicFramePr>
          <p:nvPr/>
        </p:nvGraphicFramePr>
        <p:xfrm>
          <a:off x="75438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86600" y="190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6</a:t>
            </a:r>
            <a:r>
              <a:rPr lang="en-US">
                <a:latin typeface="Arial" pitchFamily="34" charset="0"/>
                <a:sym typeface="Symbol" pitchFamily="18" charset="2"/>
              </a:rPr>
              <a:t></a:t>
            </a:r>
            <a:endParaRPr lang="en-US">
              <a:latin typeface="Arial" pitchFamily="34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686800" y="25146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619250" y="4308475"/>
            <a:ext cx="91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rot="10800000" flipV="1">
            <a:off x="3810000" y="3352800"/>
            <a:ext cx="16002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4" name="Group 206"/>
          <p:cNvGraphicFramePr>
            <a:graphicFrameLocks noGrp="1"/>
          </p:cNvGraphicFramePr>
          <p:nvPr/>
        </p:nvGraphicFramePr>
        <p:xfrm>
          <a:off x="3087688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048000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038600" y="3581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8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5400000">
            <a:off x="5067301" y="3695701"/>
            <a:ext cx="685800" cy="317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5" name="Group 207"/>
          <p:cNvGraphicFramePr>
            <a:graphicFrameLocks noGrp="1"/>
          </p:cNvGraphicFramePr>
          <p:nvPr/>
        </p:nvGraphicFramePr>
        <p:xfrm>
          <a:off x="4800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760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181600" y="3505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4</a:t>
            </a:r>
            <a:endParaRPr lang="en-US">
              <a:latin typeface="Arial" pitchFamily="34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5410201" y="3352800"/>
            <a:ext cx="1522413" cy="6873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6" name="Group 208"/>
          <p:cNvGraphicFramePr>
            <a:graphicFrameLocks noGrp="1"/>
          </p:cNvGraphicFramePr>
          <p:nvPr/>
        </p:nvGraphicFramePr>
        <p:xfrm>
          <a:off x="6324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284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172200" y="3429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2</a:t>
            </a:r>
            <a:endParaRPr lang="en-US">
              <a:latin typeface="Arial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1676400" y="6096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</a:t>
            </a:r>
          </a:p>
        </p:txBody>
      </p:sp>
      <p:cxnSp>
        <p:nvCxnSpPr>
          <p:cNvPr id="73" name="Straight Arrow Connector 72"/>
          <p:cNvCxnSpPr>
            <a:cxnSpLocks/>
            <a:stCxn id="49" idx="0"/>
          </p:cNvCxnSpPr>
          <p:nvPr/>
        </p:nvCxnSpPr>
        <p:spPr>
          <a:xfrm flipH="1">
            <a:off x="4038601" y="4953001"/>
            <a:ext cx="1370013" cy="54637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9" name="Group 211"/>
          <p:cNvGraphicFramePr>
            <a:graphicFrameLocks noGrp="1"/>
          </p:cNvGraphicFramePr>
          <p:nvPr/>
        </p:nvGraphicFramePr>
        <p:xfrm>
          <a:off x="4356464" y="5562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127864" y="64881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5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243251" y="5149056"/>
            <a:ext cx="68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7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137408" name="Title 1"/>
          <p:cNvSpPr>
            <a:spLocks/>
          </p:cNvSpPr>
          <p:nvPr/>
        </p:nvSpPr>
        <p:spPr bwMode="auto">
          <a:xfrm>
            <a:off x="1752600" y="152400"/>
            <a:ext cx="365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Sử dụng H2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  <p:graphicFrame>
        <p:nvGraphicFramePr>
          <p:cNvPr id="43" name="Group 211">
            <a:extLst>
              <a:ext uri="{FF2B5EF4-FFF2-40B4-BE49-F238E27FC236}">
                <a16:creationId xmlns:a16="http://schemas.microsoft.com/office/drawing/2014/main" id="{F4C2AD2F-5814-4FE3-A983-0F469DF2B752}"/>
              </a:ext>
            </a:extLst>
          </p:cNvPr>
          <p:cNvGraphicFramePr>
            <a:graphicFrameLocks noGrp="1"/>
          </p:cNvGraphicFramePr>
          <p:nvPr/>
        </p:nvGraphicFramePr>
        <p:xfrm>
          <a:off x="6426928" y="573673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D1B8C09-9029-47AF-AF1D-3A9A9C3A9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4266" y="6209666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 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D7FB44-E59F-488B-818A-7EAFCE8D485E}"/>
              </a:ext>
            </a:extLst>
          </p:cNvPr>
          <p:cNvCxnSpPr/>
          <p:nvPr/>
        </p:nvCxnSpPr>
        <p:spPr>
          <a:xfrm>
            <a:off x="5651864" y="6245225"/>
            <a:ext cx="775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7BE27FF-EBFA-40DE-B15A-D7FA30D22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307" y="5791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E5D9BC-CBE7-438B-AF24-B035597E6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664" y="6553201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1,f = 5</a:t>
            </a:r>
          </a:p>
        </p:txBody>
      </p:sp>
      <p:graphicFrame>
        <p:nvGraphicFramePr>
          <p:cNvPr id="52" name="Group 211">
            <a:extLst>
              <a:ext uri="{FF2B5EF4-FFF2-40B4-BE49-F238E27FC236}">
                <a16:creationId xmlns:a16="http://schemas.microsoft.com/office/drawing/2014/main" id="{1924FEC8-9D5C-4093-A7E7-FB6638D3472D}"/>
              </a:ext>
            </a:extLst>
          </p:cNvPr>
          <p:cNvGraphicFramePr>
            <a:graphicFrameLocks noGrp="1"/>
          </p:cNvGraphicFramePr>
          <p:nvPr/>
        </p:nvGraphicFramePr>
        <p:xfrm>
          <a:off x="8534400" y="570203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696758F1-EEC4-4296-924C-01D467E6F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954" y="6218283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3DD466-FD1D-47D2-AEC4-DE648DD71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682" y="5734799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7B3E41-1EFC-43D4-9083-23B9D0B5A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749" y="6536532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0,f = 5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D2FF96C-C2D9-498D-AA69-0498E70C0965}"/>
              </a:ext>
            </a:extLst>
          </p:cNvPr>
          <p:cNvCxnSpPr/>
          <p:nvPr/>
        </p:nvCxnSpPr>
        <p:spPr>
          <a:xfrm>
            <a:off x="7709264" y="6248400"/>
            <a:ext cx="77506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C6F2C7C-1A0E-41C3-A959-64D6E1E55F6F}"/>
              </a:ext>
            </a:extLst>
          </p:cNvPr>
          <p:cNvSpPr/>
          <p:nvPr/>
        </p:nvSpPr>
        <p:spPr>
          <a:xfrm>
            <a:off x="9063449" y="6579554"/>
            <a:ext cx="646608" cy="28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E06425-F556-448D-A0DD-DAF9EE0D61E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9144001" y="1790701"/>
            <a:ext cx="1241481" cy="391132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60D05E-4642-4C0E-A0B7-644AD95A023C}"/>
              </a:ext>
            </a:extLst>
          </p:cNvPr>
          <p:cNvSpPr/>
          <p:nvPr/>
        </p:nvSpPr>
        <p:spPr>
          <a:xfrm rot="17158502">
            <a:off x="8946353" y="4393703"/>
            <a:ext cx="15696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Đích</a:t>
            </a:r>
          </a:p>
        </p:txBody>
      </p:sp>
      <p:graphicFrame>
        <p:nvGraphicFramePr>
          <p:cNvPr id="62" name="Group 211">
            <a:extLst>
              <a:ext uri="{FF2B5EF4-FFF2-40B4-BE49-F238E27FC236}">
                <a16:creationId xmlns:a16="http://schemas.microsoft.com/office/drawing/2014/main" id="{3452A815-2FF6-4982-89FA-9CE905DE8C45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40624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616755-F16E-4FC6-BB9C-7D53B04FCEF8}"/>
              </a:ext>
            </a:extLst>
          </p:cNvPr>
          <p:cNvCxnSpPr/>
          <p:nvPr/>
        </p:nvCxnSpPr>
        <p:spPr>
          <a:xfrm flipV="1">
            <a:off x="6337664" y="5029200"/>
            <a:ext cx="1968136" cy="84931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479EBBB-595E-4A81-8FE5-78159A6CD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3064" y="506132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21DDB6-D42D-4A95-90F2-64CAD2C94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887575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7</a:t>
            </a:r>
          </a:p>
        </p:txBody>
      </p:sp>
      <p:graphicFrame>
        <p:nvGraphicFramePr>
          <p:cNvPr id="63" name="Group 211">
            <a:extLst>
              <a:ext uri="{FF2B5EF4-FFF2-40B4-BE49-F238E27FC236}">
                <a16:creationId xmlns:a16="http://schemas.microsoft.com/office/drawing/2014/main" id="{66303B17-A719-44E8-A02A-D6430FDF18D7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552529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2717EC1D-A549-4363-B469-5EC2FFC23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450808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7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FFA13E5-AA41-475D-8F47-16F00483EE92}"/>
              </a:ext>
            </a:extLst>
          </p:cNvPr>
          <p:cNvCxnSpPr>
            <a:cxnSpLocks/>
          </p:cNvCxnSpPr>
          <p:nvPr/>
        </p:nvCxnSpPr>
        <p:spPr>
          <a:xfrm flipH="1">
            <a:off x="5359020" y="4978924"/>
            <a:ext cx="93863" cy="55696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639E73A-D0CB-4B0C-AE44-51E8C7A33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625" y="5229224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6</a:t>
            </a:r>
            <a:endParaRPr lang="en-US">
              <a:latin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0D8679-5347-4FF6-B563-259D1AC6B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651" y="4922500"/>
            <a:ext cx="6400800" cy="12001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                                 1   nếu di chuyển từ gần sang xa</a:t>
            </a:r>
          </a:p>
          <a:p>
            <a:pPr eaLnBrk="1" hangingPunct="1"/>
            <a:r>
              <a:rPr lang="en-US">
                <a:latin typeface="Arial" pitchFamily="34" charset="0"/>
              </a:rPr>
              <a:t>                                    </a:t>
            </a:r>
          </a:p>
          <a:p>
            <a:pPr eaLnBrk="1" hangingPunct="1"/>
            <a:endParaRPr lang="en-US">
              <a:latin typeface="Arial" pitchFamily="34" charset="0"/>
            </a:endParaRPr>
          </a:p>
          <a:p>
            <a:pPr eaLnBrk="1" hangingPunct="1"/>
            <a:r>
              <a:rPr lang="en-US">
                <a:latin typeface="Arial" pitchFamily="34" charset="0"/>
              </a:rPr>
              <a:t>                                -1   nếu di chuyển từ xa sang gần                    </a:t>
            </a:r>
          </a:p>
        </p:txBody>
      </p:sp>
      <p:graphicFrame>
        <p:nvGraphicFramePr>
          <p:cNvPr id="71" name="Object 5">
            <a:extLst>
              <a:ext uri="{FF2B5EF4-FFF2-40B4-BE49-F238E27FC236}">
                <a16:creationId xmlns:a16="http://schemas.microsoft.com/office/drawing/2014/main" id="{E4B84D30-C36A-49B3-B502-864140D74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717435"/>
              </p:ext>
            </p:extLst>
          </p:nvPr>
        </p:nvGraphicFramePr>
        <p:xfrm>
          <a:off x="2022339" y="4922501"/>
          <a:ext cx="1916112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431640" progId="Equation.3">
                  <p:embed/>
                </p:oleObj>
              </mc:Choice>
              <mc:Fallback>
                <p:oleObj name="Equation" r:id="rId2" imgW="850680" imgH="431640" progId="Equation.3">
                  <p:embed/>
                  <p:pic>
                    <p:nvPicPr>
                      <p:cNvPr id="71" name="Object 5">
                        <a:extLst>
                          <a:ext uri="{FF2B5EF4-FFF2-40B4-BE49-F238E27FC236}">
                            <a16:creationId xmlns:a16="http://schemas.microsoft.com/office/drawing/2014/main" id="{E4B84D30-C36A-49B3-B502-864140D748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339" y="4922501"/>
                        <a:ext cx="1916112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758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6180" name="Group 212"/>
          <p:cNvGraphicFramePr>
            <a:graphicFrameLocks noGrp="1"/>
          </p:cNvGraphicFramePr>
          <p:nvPr/>
        </p:nvGraphicFramePr>
        <p:xfrm>
          <a:off x="5181600" y="65246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6166" name="Group 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155011"/>
              </p:ext>
            </p:extLst>
          </p:nvPr>
        </p:nvGraphicFramePr>
        <p:xfrm>
          <a:off x="8839200" y="407988"/>
          <a:ext cx="1676400" cy="1371600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229600" y="26989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GOAL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24600" y="838200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5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601788" y="1219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0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0800000" flipV="1">
            <a:off x="3276600" y="1752600"/>
            <a:ext cx="2514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676400" y="2743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1</a:t>
            </a:r>
          </a:p>
        </p:txBody>
      </p:sp>
      <p:graphicFrame>
        <p:nvGraphicFramePr>
          <p:cNvPr id="596168" name="Group 200"/>
          <p:cNvGraphicFramePr>
            <a:graphicFrameLocks noGrp="1"/>
          </p:cNvGraphicFramePr>
          <p:nvPr/>
        </p:nvGraphicFramePr>
        <p:xfrm>
          <a:off x="26670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8242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733800" y="196532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rot="5400000">
            <a:off x="5257800" y="1905000"/>
            <a:ext cx="685800" cy="3810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69" name="Group 201"/>
          <p:cNvGraphicFramePr>
            <a:graphicFrameLocks noGrp="1"/>
          </p:cNvGraphicFramePr>
          <p:nvPr/>
        </p:nvGraphicFramePr>
        <p:xfrm>
          <a:off x="4800600" y="2452689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957888" y="24384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4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5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334000" y="1971812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791200" y="1752600"/>
            <a:ext cx="21336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0" name="Group 202"/>
          <p:cNvGraphicFramePr>
            <a:graphicFrameLocks noGrp="1"/>
          </p:cNvGraphicFramePr>
          <p:nvPr/>
        </p:nvGraphicFramePr>
        <p:xfrm>
          <a:off x="7543800" y="24384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086600" y="190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6</a:t>
            </a:r>
            <a:r>
              <a:rPr lang="en-US">
                <a:latin typeface="Arial" pitchFamily="34" charset="0"/>
                <a:sym typeface="Symbol" pitchFamily="18" charset="2"/>
              </a:rPr>
              <a:t></a:t>
            </a:r>
            <a:endParaRPr lang="en-US">
              <a:latin typeface="Arial" pitchFamily="34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686800" y="2514601"/>
            <a:ext cx="91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 = 6</a:t>
            </a:r>
          </a:p>
          <a:p>
            <a:pPr eaLnBrk="1" hangingPunct="1"/>
            <a:r>
              <a:rPr lang="en-US">
                <a:latin typeface="Arial" pitchFamily="34" charset="0"/>
              </a:rPr>
              <a:t>f = 7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619250" y="4308475"/>
            <a:ext cx="91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2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rot="10800000" flipV="1">
            <a:off x="3810000" y="3352800"/>
            <a:ext cx="1600200" cy="6858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4" name="Group 206"/>
          <p:cNvGraphicFramePr>
            <a:graphicFrameLocks noGrp="1"/>
          </p:cNvGraphicFramePr>
          <p:nvPr/>
        </p:nvGraphicFramePr>
        <p:xfrm>
          <a:off x="3087688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048000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038600" y="3581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8</a:t>
            </a:r>
            <a:endParaRPr lang="en-US">
              <a:latin typeface="Arial" pitchFamily="34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5400000">
            <a:off x="5067301" y="3695701"/>
            <a:ext cx="685800" cy="317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5" name="Group 207"/>
          <p:cNvGraphicFramePr>
            <a:graphicFrameLocks noGrp="1"/>
          </p:cNvGraphicFramePr>
          <p:nvPr/>
        </p:nvGraphicFramePr>
        <p:xfrm>
          <a:off x="4800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760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3,f = 5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181600" y="3505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4</a:t>
            </a:r>
            <a:endParaRPr lang="en-US">
              <a:latin typeface="Arial" pitchFamily="34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5410201" y="3352800"/>
            <a:ext cx="1522413" cy="6873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6" name="Group 208"/>
          <p:cNvGraphicFramePr>
            <a:graphicFrameLocks noGrp="1"/>
          </p:cNvGraphicFramePr>
          <p:nvPr/>
        </p:nvGraphicFramePr>
        <p:xfrm>
          <a:off x="6324600" y="4038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284913" y="49530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5,f = 7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172200" y="3429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2</a:t>
            </a:r>
            <a:endParaRPr lang="en-US">
              <a:latin typeface="Arial" pitchFamily="34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1676400" y="6096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3</a:t>
            </a:r>
          </a:p>
        </p:txBody>
      </p:sp>
      <p:cxnSp>
        <p:nvCxnSpPr>
          <p:cNvPr id="73" name="Straight Arrow Connector 72"/>
          <p:cNvCxnSpPr>
            <a:cxnSpLocks/>
            <a:stCxn id="49" idx="0"/>
          </p:cNvCxnSpPr>
          <p:nvPr/>
        </p:nvCxnSpPr>
        <p:spPr>
          <a:xfrm flipH="1">
            <a:off x="4038601" y="4953001"/>
            <a:ext cx="1370013" cy="54637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6179" name="Group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98178"/>
              </p:ext>
            </p:extLst>
          </p:nvPr>
        </p:nvGraphicFramePr>
        <p:xfrm>
          <a:off x="4356464" y="5562601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127864" y="64881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5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243251" y="5149056"/>
            <a:ext cx="68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7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137408" name="Title 1"/>
          <p:cNvSpPr>
            <a:spLocks/>
          </p:cNvSpPr>
          <p:nvPr/>
        </p:nvSpPr>
        <p:spPr bwMode="auto">
          <a:xfrm>
            <a:off x="1752600" y="152400"/>
            <a:ext cx="365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Sử dụng H2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  <p:graphicFrame>
        <p:nvGraphicFramePr>
          <p:cNvPr id="43" name="Group 211">
            <a:extLst>
              <a:ext uri="{FF2B5EF4-FFF2-40B4-BE49-F238E27FC236}">
                <a16:creationId xmlns:a16="http://schemas.microsoft.com/office/drawing/2014/main" id="{F4C2AD2F-5814-4FE3-A983-0F469DF2B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757508"/>
              </p:ext>
            </p:extLst>
          </p:nvPr>
        </p:nvGraphicFramePr>
        <p:xfrm>
          <a:off x="6426928" y="573673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D1B8C09-9029-47AF-AF1D-3A9A9C3A9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4266" y="6209666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5 </a:t>
            </a:r>
            <a:endParaRPr lang="en-US">
              <a:latin typeface="Arial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D7FB44-E59F-488B-818A-7EAFCE8D485E}"/>
              </a:ext>
            </a:extLst>
          </p:cNvPr>
          <p:cNvCxnSpPr/>
          <p:nvPr/>
        </p:nvCxnSpPr>
        <p:spPr>
          <a:xfrm>
            <a:off x="5651864" y="6245225"/>
            <a:ext cx="775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7BE27FF-EBFA-40DE-B15A-D7FA30D22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307" y="57912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E5D9BC-CBE7-438B-AF24-B035597E6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664" y="6553201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1,f = 5</a:t>
            </a:r>
          </a:p>
        </p:txBody>
      </p:sp>
      <p:graphicFrame>
        <p:nvGraphicFramePr>
          <p:cNvPr id="52" name="Group 211">
            <a:extLst>
              <a:ext uri="{FF2B5EF4-FFF2-40B4-BE49-F238E27FC236}">
                <a16:creationId xmlns:a16="http://schemas.microsoft.com/office/drawing/2014/main" id="{1924FEC8-9D5C-4093-A7E7-FB6638D34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812497"/>
              </p:ext>
            </p:extLst>
          </p:nvPr>
        </p:nvGraphicFramePr>
        <p:xfrm>
          <a:off x="8534400" y="5702030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696758F1-EEC4-4296-924C-01D467E6F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954" y="6218283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4</a:t>
            </a:r>
            <a:r>
              <a:rPr lang="en-US">
                <a:latin typeface="Arial" pitchFamily="34" charset="0"/>
                <a:sym typeface="Wingdings" panose="05000000000000000000" pitchFamily="2" charset="2"/>
              </a:rPr>
              <a:t></a:t>
            </a:r>
            <a:endParaRPr lang="en-US">
              <a:latin typeface="Arial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3DD466-FD1D-47D2-AEC4-DE648DD71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682" y="5734799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 = 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7B3E41-1EFC-43D4-9083-23B9D0B5A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749" y="6536532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0,f = 5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D2FF96C-C2D9-498D-AA69-0498E70C0965}"/>
              </a:ext>
            </a:extLst>
          </p:cNvPr>
          <p:cNvCxnSpPr/>
          <p:nvPr/>
        </p:nvCxnSpPr>
        <p:spPr>
          <a:xfrm>
            <a:off x="7709264" y="6248400"/>
            <a:ext cx="77506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C6F2C7C-1A0E-41C3-A959-64D6E1E55F6F}"/>
              </a:ext>
            </a:extLst>
          </p:cNvPr>
          <p:cNvSpPr/>
          <p:nvPr/>
        </p:nvSpPr>
        <p:spPr>
          <a:xfrm>
            <a:off x="9063449" y="6579554"/>
            <a:ext cx="646608" cy="28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E06425-F556-448D-A0DD-DAF9EE0D61EE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9144001" y="1790701"/>
            <a:ext cx="1241481" cy="391132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A60D05E-4642-4C0E-A0B7-644AD95A023C}"/>
              </a:ext>
            </a:extLst>
          </p:cNvPr>
          <p:cNvSpPr/>
          <p:nvPr/>
        </p:nvSpPr>
        <p:spPr>
          <a:xfrm rot="17158502">
            <a:off x="8946353" y="4393703"/>
            <a:ext cx="15696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Đích</a:t>
            </a:r>
          </a:p>
        </p:txBody>
      </p:sp>
      <p:graphicFrame>
        <p:nvGraphicFramePr>
          <p:cNvPr id="62" name="Group 211">
            <a:extLst>
              <a:ext uri="{FF2B5EF4-FFF2-40B4-BE49-F238E27FC236}">
                <a16:creationId xmlns:a16="http://schemas.microsoft.com/office/drawing/2014/main" id="{3452A815-2FF6-4982-89FA-9CE905DE8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76879"/>
              </p:ext>
            </p:extLst>
          </p:nvPr>
        </p:nvGraphicFramePr>
        <p:xfrm>
          <a:off x="7772400" y="4062414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616755-F16E-4FC6-BB9C-7D53B04FCEF8}"/>
              </a:ext>
            </a:extLst>
          </p:cNvPr>
          <p:cNvCxnSpPr/>
          <p:nvPr/>
        </p:nvCxnSpPr>
        <p:spPr>
          <a:xfrm flipV="1">
            <a:off x="7397282" y="4724401"/>
            <a:ext cx="455673" cy="136101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479EBBB-595E-4A81-8FE5-78159A6CD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3064" y="5061321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3</a:t>
            </a:r>
            <a:endParaRPr lang="en-US">
              <a:latin typeface="Arial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21DDB6-D42D-4A95-90F2-64CAD2C94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887575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2,f = 7</a:t>
            </a:r>
          </a:p>
        </p:txBody>
      </p:sp>
      <p:graphicFrame>
        <p:nvGraphicFramePr>
          <p:cNvPr id="63" name="Group 211">
            <a:extLst>
              <a:ext uri="{FF2B5EF4-FFF2-40B4-BE49-F238E27FC236}">
                <a16:creationId xmlns:a16="http://schemas.microsoft.com/office/drawing/2014/main" id="{66303B17-A719-44E8-A02A-D6430FDF1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60044"/>
              </p:ext>
            </p:extLst>
          </p:nvPr>
        </p:nvGraphicFramePr>
        <p:xfrm>
          <a:off x="2743200" y="5525295"/>
          <a:ext cx="1219200" cy="877887"/>
        </p:xfrm>
        <a:graphic>
          <a:graphicData uri="http://schemas.openxmlformats.org/drawingml/2006/table">
            <a:tbl>
              <a:tblPr/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2717EC1D-A549-4363-B469-5EC2FFC23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450808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>
                <a:latin typeface="Arial" pitchFamily="34" charset="0"/>
              </a:rPr>
              <a:t>h = 4,f = 7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FFA13E5-AA41-475D-8F47-16F00483EE92}"/>
              </a:ext>
            </a:extLst>
          </p:cNvPr>
          <p:cNvCxnSpPr>
            <a:cxnSpLocks/>
          </p:cNvCxnSpPr>
          <p:nvPr/>
        </p:nvCxnSpPr>
        <p:spPr>
          <a:xfrm flipH="1">
            <a:off x="5359020" y="4978924"/>
            <a:ext cx="93863" cy="55696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639E73A-D0CB-4B0C-AE44-51E8C7A33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625" y="5229224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  <a:sym typeface="Symbol" pitchFamily="18" charset="2"/>
              </a:rPr>
              <a:t>6</a:t>
            </a:r>
            <a:endParaRPr lang="en-US">
              <a:latin typeface="Arial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447093" y="471762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96622" y="3320534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51618" y="2936026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2800" y="2955640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11647" y="4539734"/>
            <a:ext cx="35137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51618" y="4492625"/>
            <a:ext cx="32573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62800" y="3669269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0600" y="3695700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11647" y="5149056"/>
            <a:ext cx="36420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91525" y="5431209"/>
            <a:ext cx="27443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96018" y="5351218"/>
            <a:ext cx="30008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51853" y="5736948"/>
            <a:ext cx="33855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0D8679-5347-4FF6-B563-259D1AC6B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651" y="4922500"/>
            <a:ext cx="6400800" cy="12001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                                 1   nếu di chuyển từ gần sang xa</a:t>
            </a:r>
          </a:p>
          <a:p>
            <a:pPr eaLnBrk="1" hangingPunct="1"/>
            <a:r>
              <a:rPr lang="en-US">
                <a:latin typeface="Arial" pitchFamily="34" charset="0"/>
              </a:rPr>
              <a:t>                                    </a:t>
            </a:r>
          </a:p>
          <a:p>
            <a:pPr eaLnBrk="1" hangingPunct="1"/>
            <a:endParaRPr lang="en-US">
              <a:latin typeface="Arial" pitchFamily="34" charset="0"/>
            </a:endParaRPr>
          </a:p>
          <a:p>
            <a:pPr eaLnBrk="1" hangingPunct="1"/>
            <a:r>
              <a:rPr lang="en-US">
                <a:latin typeface="Arial" pitchFamily="34" charset="0"/>
              </a:rPr>
              <a:t>                                -1   nếu di chuyển từ xa sang gần                    </a:t>
            </a:r>
          </a:p>
        </p:txBody>
      </p:sp>
      <p:graphicFrame>
        <p:nvGraphicFramePr>
          <p:cNvPr id="88" name="Object 5">
            <a:extLst>
              <a:ext uri="{FF2B5EF4-FFF2-40B4-BE49-F238E27FC236}">
                <a16:creationId xmlns:a16="http://schemas.microsoft.com/office/drawing/2014/main" id="{E4B84D30-C36A-49B3-B502-864140D74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692057"/>
              </p:ext>
            </p:extLst>
          </p:nvPr>
        </p:nvGraphicFramePr>
        <p:xfrm>
          <a:off x="2022339" y="4922501"/>
          <a:ext cx="1916112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431640" progId="Equation.3">
                  <p:embed/>
                </p:oleObj>
              </mc:Choice>
              <mc:Fallback>
                <p:oleObj name="Equation" r:id="rId2" imgW="850680" imgH="431640" progId="Equation.3">
                  <p:embed/>
                  <p:pic>
                    <p:nvPicPr>
                      <p:cNvPr id="88" name="Object 5">
                        <a:extLst>
                          <a:ext uri="{FF2B5EF4-FFF2-40B4-BE49-F238E27FC236}">
                            <a16:creationId xmlns:a16="http://schemas.microsoft.com/office/drawing/2014/main" id="{E4B84D30-C36A-49B3-B502-864140D748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339" y="4922501"/>
                        <a:ext cx="1916112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6045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40B7C0FE-2D38-4E2E-B9BE-8D1DFB2DF95E}" type="slidenum">
              <a:rPr lang="en-US" altLang="en-US" smtClean="0">
                <a:latin typeface="Garamond" pitchFamily="18" charset="0"/>
              </a:rPr>
              <a:pPr eaLnBrk="1" hangingPunct="1"/>
              <a:t>58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38245" name="Title 1"/>
          <p:cNvSpPr>
            <a:spLocks noGrp="1"/>
          </p:cNvSpPr>
          <p:nvPr>
            <p:ph type="title" idx="4294967295"/>
          </p:nvPr>
        </p:nvSpPr>
        <p:spPr>
          <a:xfrm>
            <a:off x="1447800" y="343694"/>
            <a:ext cx="7467600" cy="762000"/>
          </a:xfrm>
        </p:spPr>
        <p:txBody>
          <a:bodyPr anchor="b"/>
          <a:lstStyle/>
          <a:p>
            <a:pPr eaLnBrk="1" hangingPunct="1"/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đong</a:t>
            </a:r>
            <a:r>
              <a:rPr lang="en-US" dirty="0"/>
              <a:t> </a:t>
            </a:r>
            <a:r>
              <a:rPr lang="en-US" dirty="0" err="1"/>
              <a:t>sữa</a:t>
            </a:r>
            <a:endParaRPr lang="en-US" dirty="0"/>
          </a:p>
        </p:txBody>
      </p:sp>
      <p:sp>
        <p:nvSpPr>
          <p:cNvPr id="46" name="Flowchart: Magnetic Disk 45"/>
          <p:cNvSpPr/>
          <p:nvPr/>
        </p:nvSpPr>
        <p:spPr>
          <a:xfrm>
            <a:off x="5029200" y="2209800"/>
            <a:ext cx="685800" cy="10668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6 lít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Flowchart: Magnetic Disk 50"/>
          <p:cNvSpPr/>
          <p:nvPr/>
        </p:nvSpPr>
        <p:spPr>
          <a:xfrm>
            <a:off x="5867400" y="2057400"/>
            <a:ext cx="685800" cy="12192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8 lít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6629400" y="2667000"/>
            <a:ext cx="15240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owchart: Magnetic Disk 57"/>
          <p:cNvSpPr/>
          <p:nvPr/>
        </p:nvSpPr>
        <p:spPr>
          <a:xfrm>
            <a:off x="8229600" y="2286000"/>
            <a:ext cx="685800" cy="914400"/>
          </a:xfrm>
          <a:prstGeom prst="flowChartMagneticDisk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4 lít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7192963" y="2003425"/>
            <a:ext cx="7620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4400">
                <a:latin typeface="Arial" pitchFamily="34" charset="0"/>
              </a:rPr>
              <a:t>?</a:t>
            </a:r>
            <a:endParaRPr lang="en-US">
              <a:latin typeface="Arial" pitchFamily="34" charset="0"/>
            </a:endParaRPr>
          </a:p>
        </p:txBody>
      </p:sp>
      <p:sp>
        <p:nvSpPr>
          <p:cNvPr id="60" name="Flowchart: Magnetic Disk 59"/>
          <p:cNvSpPr/>
          <p:nvPr/>
        </p:nvSpPr>
        <p:spPr>
          <a:xfrm>
            <a:off x="2057400" y="1600200"/>
            <a:ext cx="2133600" cy="3276600"/>
          </a:xfrm>
          <a:prstGeom prst="flowChartMagneticDisk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1000L 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sữa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TextBox 60"/>
          <p:cNvSpPr txBox="1">
            <a:spLocks noChangeArrowheads="1"/>
          </p:cNvSpPr>
          <p:nvPr/>
        </p:nvSpPr>
        <p:spPr bwMode="auto">
          <a:xfrm>
            <a:off x="4572000" y="4114801"/>
            <a:ext cx="3810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800">
                <a:latin typeface="Arial" pitchFamily="34" charset="0"/>
              </a:rPr>
              <a:t>h(x,y) = (x+y)  mod 3</a:t>
            </a:r>
          </a:p>
          <a:p>
            <a:pPr eaLnBrk="1" hangingPunct="1"/>
            <a:r>
              <a:rPr lang="en-US" sz="2800">
                <a:latin typeface="Arial" pitchFamily="34" charset="0"/>
              </a:rPr>
              <a:t>x,y: số lít sữa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7CA41-66C1-902A-2938-048991725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1" grpId="0" animBg="1"/>
      <p:bldP spid="58" grpId="0" animBg="1"/>
      <p:bldP spid="59" grpId="0"/>
      <p:bldP spid="60" grpId="0" animBg="1"/>
      <p:bldP spid="2356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lowchart: Magnetic Disk 45"/>
          <p:cNvSpPr/>
          <p:nvPr/>
        </p:nvSpPr>
        <p:spPr>
          <a:xfrm>
            <a:off x="5105400" y="990600"/>
            <a:ext cx="685800" cy="10668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Flowchart: Magnetic Disk 50"/>
          <p:cNvSpPr/>
          <p:nvPr/>
        </p:nvSpPr>
        <p:spPr>
          <a:xfrm>
            <a:off x="5867400" y="838200"/>
            <a:ext cx="685800" cy="12192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8" name="Flowchart: Magnetic Disk 57"/>
          <p:cNvSpPr/>
          <p:nvPr/>
        </p:nvSpPr>
        <p:spPr>
          <a:xfrm>
            <a:off x="8915400" y="1219200"/>
            <a:ext cx="685800" cy="9144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0" name="Flowchart: Magnetic Disk 59"/>
          <p:cNvSpPr/>
          <p:nvPr/>
        </p:nvSpPr>
        <p:spPr>
          <a:xfrm>
            <a:off x="1828800" y="0"/>
            <a:ext cx="1828800" cy="25908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1000L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sữa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7086600" y="609601"/>
            <a:ext cx="297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2400">
                <a:cs typeface="Times New Roman" pitchFamily="18" charset="0"/>
              </a:rPr>
              <a:t>h(x,y) = (x+y)  mod 3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10800000" flipV="1">
            <a:off x="4114800" y="2057400"/>
            <a:ext cx="1752600" cy="533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Magnetic Disk 15"/>
          <p:cNvSpPr/>
          <p:nvPr/>
        </p:nvSpPr>
        <p:spPr>
          <a:xfrm>
            <a:off x="3505200" y="2667000"/>
            <a:ext cx="685800" cy="10668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7" name="Flowchart: Magnetic Disk 16"/>
          <p:cNvSpPr/>
          <p:nvPr/>
        </p:nvSpPr>
        <p:spPr>
          <a:xfrm>
            <a:off x="4267200" y="2514600"/>
            <a:ext cx="685800" cy="12192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867400" y="2057400"/>
            <a:ext cx="1752600" cy="533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Magnetic Disk 20"/>
          <p:cNvSpPr/>
          <p:nvPr/>
        </p:nvSpPr>
        <p:spPr>
          <a:xfrm>
            <a:off x="7010400" y="2667000"/>
            <a:ext cx="685800" cy="10668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7772400" y="2514600"/>
            <a:ext cx="685800" cy="12192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858000" y="1143001"/>
            <a:ext cx="1066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h=0</a:t>
            </a:r>
          </a:p>
          <a:p>
            <a:pPr eaLnBrk="1" hangingPunct="1"/>
            <a:r>
              <a:rPr lang="en-US">
                <a:latin typeface="Arial" pitchFamily="34" charset="0"/>
              </a:rPr>
              <a:t>f=0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3810000" y="12192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g=0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133600" y="29718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g=1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4953000" y="2819401"/>
            <a:ext cx="1066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h=0</a:t>
            </a:r>
          </a:p>
          <a:p>
            <a:pPr eaLnBrk="1" hangingPunct="1"/>
            <a:r>
              <a:rPr lang="en-US">
                <a:latin typeface="Arial" pitchFamily="34" charset="0"/>
              </a:rPr>
              <a:t>f=1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8534400" y="2743201"/>
            <a:ext cx="1066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h=2</a:t>
            </a:r>
          </a:p>
          <a:p>
            <a:pPr eaLnBrk="1" hangingPunct="1"/>
            <a:r>
              <a:rPr lang="en-US">
                <a:latin typeface="Arial" pitchFamily="34" charset="0"/>
              </a:rPr>
              <a:t>f=3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rot="10800000" flipV="1">
            <a:off x="2895600" y="3733800"/>
            <a:ext cx="1295400" cy="762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Magnetic Disk 34"/>
          <p:cNvSpPr/>
          <p:nvPr/>
        </p:nvSpPr>
        <p:spPr>
          <a:xfrm>
            <a:off x="4572000" y="4506913"/>
            <a:ext cx="685800" cy="10668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191000" y="3733800"/>
            <a:ext cx="1066800" cy="609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Magnetic Disk 37"/>
          <p:cNvSpPr/>
          <p:nvPr/>
        </p:nvSpPr>
        <p:spPr>
          <a:xfrm>
            <a:off x="2286000" y="4572000"/>
            <a:ext cx="685800" cy="10668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9" name="Flowchart: Magnetic Disk 38"/>
          <p:cNvSpPr/>
          <p:nvPr/>
        </p:nvSpPr>
        <p:spPr>
          <a:xfrm>
            <a:off x="3048000" y="4419600"/>
            <a:ext cx="685800" cy="12192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1676400" y="47244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g=2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4876800" y="5497514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h=0,f=2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2590800" y="56388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h=2,f=4</a:t>
            </a:r>
          </a:p>
        </p:txBody>
      </p:sp>
      <p:sp>
        <p:nvSpPr>
          <p:cNvPr id="45" name="Flowchart: Magnetic Disk 44"/>
          <p:cNvSpPr/>
          <p:nvPr/>
        </p:nvSpPr>
        <p:spPr>
          <a:xfrm>
            <a:off x="5334000" y="4495800"/>
            <a:ext cx="685800" cy="10668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Flowchart: Magnetic Disk 46"/>
          <p:cNvSpPr/>
          <p:nvPr/>
        </p:nvSpPr>
        <p:spPr>
          <a:xfrm>
            <a:off x="5334000" y="4354513"/>
            <a:ext cx="685800" cy="12192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  <p:sp>
        <p:nvSpPr>
          <p:cNvPr id="139292" name="Title 1"/>
          <p:cNvSpPr>
            <a:spLocks noGrp="1"/>
          </p:cNvSpPr>
          <p:nvPr>
            <p:ph type="title" idx="4294967295"/>
          </p:nvPr>
        </p:nvSpPr>
        <p:spPr>
          <a:xfrm>
            <a:off x="4724400" y="14288"/>
            <a:ext cx="7467600" cy="762000"/>
          </a:xfrm>
        </p:spPr>
        <p:txBody>
          <a:bodyPr anchor="b"/>
          <a:lstStyle/>
          <a:p>
            <a:pPr eaLnBrk="1" hangingPunct="1"/>
            <a:r>
              <a:rPr lang="en-US"/>
              <a:t>Bài toán đong sữa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92804" y="533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6            8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C3299-68A9-2C92-3B93-769950AF5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1" grpId="0" animBg="1"/>
      <p:bldP spid="58" grpId="0" animBg="1"/>
      <p:bldP spid="61" grpId="0"/>
      <p:bldP spid="16" grpId="0" animBg="1"/>
      <p:bldP spid="17" grpId="0" animBg="1"/>
      <p:bldP spid="21" grpId="0" animBg="1"/>
      <p:bldP spid="22" grpId="0" animBg="1"/>
      <p:bldP spid="25" grpId="0"/>
      <p:bldP spid="26" grpId="0"/>
      <p:bldP spid="27" grpId="0"/>
      <p:bldP spid="28" grpId="0"/>
      <p:bldP spid="29" grpId="0"/>
      <p:bldP spid="35" grpId="0" animBg="1"/>
      <p:bldP spid="38" grpId="0" animBg="1"/>
      <p:bldP spid="39" grpId="0" animBg="1"/>
      <p:bldP spid="40" grpId="0"/>
      <p:bldP spid="41" grpId="0"/>
      <p:bldP spid="44" grpId="0"/>
      <p:bldP spid="45" grpId="0" animBg="1"/>
      <p:bldP spid="4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895600" y="152400"/>
            <a:ext cx="7924800" cy="5170488"/>
            <a:chOff x="152400" y="838200"/>
            <a:chExt cx="7924800" cy="5169932"/>
          </a:xfrm>
        </p:grpSpPr>
        <p:sp>
          <p:nvSpPr>
            <p:cNvPr id="46" name="Flowchart: Magnetic Disk 45"/>
            <p:cNvSpPr/>
            <p:nvPr/>
          </p:nvSpPr>
          <p:spPr>
            <a:xfrm>
              <a:off x="3581400" y="990584"/>
              <a:ext cx="685800" cy="1066685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1" name="Flowchart: Magnetic Disk 50"/>
            <p:cNvSpPr/>
            <p:nvPr/>
          </p:nvSpPr>
          <p:spPr>
            <a:xfrm>
              <a:off x="4343400" y="838200"/>
              <a:ext cx="685800" cy="1219069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rot="10800000" flipV="1">
              <a:off x="2590800" y="2057269"/>
              <a:ext cx="1752600" cy="53334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Magnetic Disk 15"/>
            <p:cNvSpPr/>
            <p:nvPr/>
          </p:nvSpPr>
          <p:spPr>
            <a:xfrm>
              <a:off x="1981200" y="2666803"/>
              <a:ext cx="685800" cy="1066685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" name="Flowchart: Magnetic Disk 16"/>
            <p:cNvSpPr/>
            <p:nvPr/>
          </p:nvSpPr>
          <p:spPr>
            <a:xfrm>
              <a:off x="2743200" y="2514420"/>
              <a:ext cx="685800" cy="1219069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4343400" y="2057269"/>
              <a:ext cx="1752600" cy="53334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lowchart: Magnetic Disk 20"/>
            <p:cNvSpPr/>
            <p:nvPr/>
          </p:nvSpPr>
          <p:spPr>
            <a:xfrm>
              <a:off x="5486400" y="2666803"/>
              <a:ext cx="685800" cy="1066685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" name="Flowchart: Magnetic Disk 21"/>
            <p:cNvSpPr/>
            <p:nvPr/>
          </p:nvSpPr>
          <p:spPr>
            <a:xfrm>
              <a:off x="6248400" y="2514420"/>
              <a:ext cx="685800" cy="1219069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0312" name="TextBox 24"/>
            <p:cNvSpPr txBox="1">
              <a:spLocks noChangeArrowheads="1"/>
            </p:cNvSpPr>
            <p:nvPr/>
          </p:nvSpPr>
          <p:spPr bwMode="auto">
            <a:xfrm>
              <a:off x="5334000" y="1143000"/>
              <a:ext cx="1066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h=0</a:t>
              </a:r>
            </a:p>
            <a:p>
              <a:pPr eaLnBrk="1" hangingPunct="1"/>
              <a:r>
                <a:rPr lang="en-US">
                  <a:latin typeface="Arial" pitchFamily="34" charset="0"/>
                </a:rPr>
                <a:t>f=0</a:t>
              </a:r>
            </a:p>
          </p:txBody>
        </p:sp>
        <p:sp>
          <p:nvSpPr>
            <p:cNvPr id="140313" name="TextBox 25"/>
            <p:cNvSpPr txBox="1">
              <a:spLocks noChangeArrowheads="1"/>
            </p:cNvSpPr>
            <p:nvPr/>
          </p:nvSpPr>
          <p:spPr bwMode="auto">
            <a:xfrm>
              <a:off x="2286000" y="12192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g=0</a:t>
              </a:r>
            </a:p>
          </p:txBody>
        </p:sp>
        <p:sp>
          <p:nvSpPr>
            <p:cNvPr id="140314" name="TextBox 26"/>
            <p:cNvSpPr txBox="1">
              <a:spLocks noChangeArrowheads="1"/>
            </p:cNvSpPr>
            <p:nvPr/>
          </p:nvSpPr>
          <p:spPr bwMode="auto">
            <a:xfrm>
              <a:off x="609600" y="29718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g=1</a:t>
              </a:r>
            </a:p>
          </p:txBody>
        </p:sp>
        <p:sp>
          <p:nvSpPr>
            <p:cNvPr id="140315" name="TextBox 27"/>
            <p:cNvSpPr txBox="1">
              <a:spLocks noChangeArrowheads="1"/>
            </p:cNvSpPr>
            <p:nvPr/>
          </p:nvSpPr>
          <p:spPr bwMode="auto">
            <a:xfrm>
              <a:off x="3429000" y="2819400"/>
              <a:ext cx="1066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h=0</a:t>
              </a:r>
            </a:p>
            <a:p>
              <a:pPr eaLnBrk="1" hangingPunct="1"/>
              <a:r>
                <a:rPr lang="en-US">
                  <a:latin typeface="Arial" pitchFamily="34" charset="0"/>
                </a:rPr>
                <a:t>f=1</a:t>
              </a:r>
            </a:p>
          </p:txBody>
        </p:sp>
        <p:sp>
          <p:nvSpPr>
            <p:cNvPr id="140316" name="TextBox 28"/>
            <p:cNvSpPr txBox="1">
              <a:spLocks noChangeArrowheads="1"/>
            </p:cNvSpPr>
            <p:nvPr/>
          </p:nvSpPr>
          <p:spPr bwMode="auto">
            <a:xfrm>
              <a:off x="7010400" y="2743200"/>
              <a:ext cx="1066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h=2</a:t>
              </a:r>
            </a:p>
            <a:p>
              <a:pPr eaLnBrk="1" hangingPunct="1"/>
              <a:r>
                <a:rPr lang="en-US">
                  <a:latin typeface="Arial" pitchFamily="34" charset="0"/>
                </a:rPr>
                <a:t>f=3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rot="10800000" flipV="1">
              <a:off x="1371600" y="3733489"/>
              <a:ext cx="1295400" cy="76191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lowchart: Magnetic Disk 34"/>
            <p:cNvSpPr/>
            <p:nvPr/>
          </p:nvSpPr>
          <p:spPr>
            <a:xfrm>
              <a:off x="3048000" y="4508105"/>
              <a:ext cx="685800" cy="1066685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" name="Flowchart: Magnetic Disk 35"/>
            <p:cNvSpPr/>
            <p:nvPr/>
          </p:nvSpPr>
          <p:spPr>
            <a:xfrm>
              <a:off x="3810000" y="4355722"/>
              <a:ext cx="685800" cy="1219069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2667000" y="3733489"/>
              <a:ext cx="1066800" cy="60953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lowchart: Magnetic Disk 37"/>
            <p:cNvSpPr/>
            <p:nvPr/>
          </p:nvSpPr>
          <p:spPr>
            <a:xfrm>
              <a:off x="762000" y="4571598"/>
              <a:ext cx="685800" cy="1066685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9" name="Flowchart: Magnetic Disk 38"/>
            <p:cNvSpPr/>
            <p:nvPr/>
          </p:nvSpPr>
          <p:spPr>
            <a:xfrm>
              <a:off x="1524000" y="4419215"/>
              <a:ext cx="685800" cy="1219069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0323" name="TextBox 39"/>
            <p:cNvSpPr txBox="1">
              <a:spLocks noChangeArrowheads="1"/>
            </p:cNvSpPr>
            <p:nvPr/>
          </p:nvSpPr>
          <p:spPr bwMode="auto">
            <a:xfrm>
              <a:off x="152400" y="47244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g=2</a:t>
              </a:r>
            </a:p>
          </p:txBody>
        </p:sp>
        <p:sp>
          <p:nvSpPr>
            <p:cNvPr id="140324" name="TextBox 40"/>
            <p:cNvSpPr txBox="1">
              <a:spLocks noChangeArrowheads="1"/>
            </p:cNvSpPr>
            <p:nvPr/>
          </p:nvSpPr>
          <p:spPr bwMode="auto">
            <a:xfrm>
              <a:off x="3352800" y="5498068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h=0,f=2</a:t>
              </a:r>
            </a:p>
          </p:txBody>
        </p:sp>
        <p:sp>
          <p:nvSpPr>
            <p:cNvPr id="140325" name="TextBox 43"/>
            <p:cNvSpPr txBox="1">
              <a:spLocks noChangeArrowheads="1"/>
            </p:cNvSpPr>
            <p:nvPr/>
          </p:nvSpPr>
          <p:spPr bwMode="auto">
            <a:xfrm>
              <a:off x="1066800" y="56388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>
                  <a:latin typeface="Arial" pitchFamily="34" charset="0"/>
                </a:rPr>
                <a:t>h=2,f=4</a:t>
              </a:r>
            </a:p>
          </p:txBody>
        </p:sp>
        <p:sp>
          <p:nvSpPr>
            <p:cNvPr id="45" name="Flowchart: Magnetic Disk 44"/>
            <p:cNvSpPr/>
            <p:nvPr/>
          </p:nvSpPr>
          <p:spPr>
            <a:xfrm>
              <a:off x="3810000" y="4495407"/>
              <a:ext cx="685800" cy="1066685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cxnSp>
        <p:nvCxnSpPr>
          <p:cNvPr id="32" name="Straight Arrow Connector 31"/>
          <p:cNvCxnSpPr/>
          <p:nvPr/>
        </p:nvCxnSpPr>
        <p:spPr>
          <a:xfrm rot="5400000">
            <a:off x="6134101" y="2324101"/>
            <a:ext cx="838200" cy="3175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Magnetic Disk 46"/>
          <p:cNvSpPr/>
          <p:nvPr/>
        </p:nvSpPr>
        <p:spPr>
          <a:xfrm>
            <a:off x="5867400" y="2743200"/>
            <a:ext cx="685800" cy="10668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2895600" y="2906714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g=3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6172200" y="38100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h=0,f=3</a:t>
            </a:r>
          </a:p>
        </p:txBody>
      </p:sp>
      <p:sp>
        <p:nvSpPr>
          <p:cNvPr id="56" name="Flowchart: Magnetic Disk 55"/>
          <p:cNvSpPr/>
          <p:nvPr/>
        </p:nvSpPr>
        <p:spPr>
          <a:xfrm>
            <a:off x="6629400" y="2743200"/>
            <a:ext cx="685800" cy="10668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rot="5400000">
            <a:off x="6169819" y="4153694"/>
            <a:ext cx="838200" cy="15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lowchart: Magnetic Disk 61"/>
          <p:cNvSpPr/>
          <p:nvPr/>
        </p:nvSpPr>
        <p:spPr>
          <a:xfrm>
            <a:off x="5902325" y="4800600"/>
            <a:ext cx="685800" cy="8382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3" name="Flowchart: Magnetic Disk 62"/>
          <p:cNvSpPr/>
          <p:nvPr/>
        </p:nvSpPr>
        <p:spPr>
          <a:xfrm>
            <a:off x="6664325" y="4419600"/>
            <a:ext cx="685800" cy="121920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2930525" y="4735514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g=4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6207125" y="56388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h=0,f=4</a:t>
            </a:r>
          </a:p>
        </p:txBody>
      </p:sp>
      <p:sp>
        <p:nvSpPr>
          <p:cNvPr id="67" name="Flowchart: Magnetic Disk 66"/>
          <p:cNvSpPr/>
          <p:nvPr/>
        </p:nvSpPr>
        <p:spPr>
          <a:xfrm>
            <a:off x="6629400" y="2590800"/>
            <a:ext cx="685800" cy="12192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Flowchart: Magnetic Disk 67"/>
          <p:cNvSpPr/>
          <p:nvPr/>
        </p:nvSpPr>
        <p:spPr>
          <a:xfrm>
            <a:off x="5908675" y="4572000"/>
            <a:ext cx="685800" cy="10668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829800" y="5670550"/>
            <a:ext cx="2743200" cy="365125"/>
          </a:xfrm>
        </p:spPr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  <p:sp>
        <p:nvSpPr>
          <p:cNvPr id="140303" name="Title 1"/>
          <p:cNvSpPr>
            <a:spLocks noGrp="1"/>
          </p:cNvSpPr>
          <p:nvPr>
            <p:ph type="title" idx="4294967295"/>
          </p:nvPr>
        </p:nvSpPr>
        <p:spPr>
          <a:xfrm>
            <a:off x="-21771" y="12733"/>
            <a:ext cx="7467600" cy="762000"/>
          </a:xfrm>
        </p:spPr>
        <p:txBody>
          <a:bodyPr anchor="b"/>
          <a:lstStyle/>
          <a:p>
            <a:pPr eaLnBrk="1" hangingPunct="1"/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đong</a:t>
            </a:r>
            <a:r>
              <a:rPr lang="en-US" dirty="0"/>
              <a:t> </a:t>
            </a:r>
            <a:r>
              <a:rPr lang="en-US" dirty="0" err="1"/>
              <a:t>sữa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12DD93-36BF-48CB-9B5C-F7A42DBD19E2}"/>
              </a:ext>
            </a:extLst>
          </p:cNvPr>
          <p:cNvSpPr/>
          <p:nvPr/>
        </p:nvSpPr>
        <p:spPr>
          <a:xfrm>
            <a:off x="6553200" y="712959"/>
            <a:ext cx="6858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6CF85-8943-4DE2-A5F9-5D902827DA29}"/>
              </a:ext>
            </a:extLst>
          </p:cNvPr>
          <p:cNvSpPr/>
          <p:nvPr/>
        </p:nvSpPr>
        <p:spPr>
          <a:xfrm>
            <a:off x="5867401" y="4495800"/>
            <a:ext cx="761999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5D6F4-8644-2DCF-4665-86749B485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 -0.431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/>
      <p:bldP spid="52" grpId="0"/>
      <p:bldP spid="56" grpId="0" animBg="1"/>
      <p:bldP spid="62" grpId="0" animBg="1"/>
      <p:bldP spid="63" grpId="0" animBg="1"/>
      <p:bldP spid="64" grpId="0"/>
      <p:bldP spid="65" grpId="0"/>
      <p:bldP spid="67" grpId="0" animBg="1"/>
      <p:bldP spid="68" grpId="0" animBg="1"/>
      <p:bldP spid="4" grpId="0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36404-9CBE-0D07-AB56-7DA90CAF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DCD5-AB9E-2E90-B564-69A415C4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FD04B-69F8-D53A-788F-CA054535A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Sử dụng ba can 3 lít, 5 lít và 9 lít, làm thế nào để đong được 7 lít nước.</a:t>
            </a:r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EF4D9-18E5-FA88-4021-AFDE1FDB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2586-E908-4415-AF12-973749808417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3B2282D-A68F-E05F-B358-1F211F4D3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680494"/>
            <a:ext cx="48641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5121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33D5-6E1D-ACCE-E17F-2A5F7868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2D5FE-6AA7-39D4-D586-2CE763F14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 một người nông dân nuôi bò sữa. Một hôm, có một người khách đến, nói muốn mua 8 lít sữa, nhưng người nông dân chỉ có một xô 16 lít đựng đầy sữa, một can 7 lít và một can 3 lít, làm thế nào mà người nông dân đã lấy ra được 8 lít sữa để bán?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3EB55-0C2C-0B4C-348B-171B4190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72586-E908-4415-AF12-973749808417}" type="slidenum">
              <a:rPr lang="en-US" smtClean="0"/>
              <a:t>62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EFC1E-804B-12CB-70E3-FD68C5E551A6}"/>
              </a:ext>
            </a:extLst>
          </p:cNvPr>
          <p:cNvSpPr txBox="1">
            <a:spLocks noChangeArrowheads="1"/>
          </p:cNvSpPr>
          <p:nvPr/>
        </p:nvSpPr>
        <p:spPr>
          <a:xfrm>
            <a:off x="4495800" y="4437857"/>
            <a:ext cx="3809999" cy="1219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30000"/>
              </a:lnSpc>
              <a:spcAft>
                <a:spcPts val="0"/>
              </a:spcAft>
            </a:pPr>
            <a:r>
              <a:rPr lang="en-US" dirty="0" err="1">
                <a:solidFill>
                  <a:srgbClr val="C00000"/>
                </a:solidFill>
              </a:rPr>
              <a:t>Kết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thúc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buổi</a:t>
            </a:r>
            <a:r>
              <a:rPr lang="en-US" dirty="0">
                <a:solidFill>
                  <a:srgbClr val="C00000"/>
                </a:solidFill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347254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8229600" cy="762000"/>
          </a:xfrm>
        </p:spPr>
        <p:txBody>
          <a:bodyPr/>
          <a:lstStyle/>
          <a:p>
            <a:pPr eaLnBrk="1" hangingPunct="1"/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A</a:t>
            </a:r>
            <a:r>
              <a:rPr lang="en-US" baseline="30000" dirty="0"/>
              <a:t>*</a:t>
            </a:r>
            <a:endParaRPr lang="en-US" dirty="0"/>
          </a:p>
        </p:txBody>
      </p:sp>
      <p:sp>
        <p:nvSpPr>
          <p:cNvPr id="144390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066801"/>
            <a:ext cx="9220200" cy="27432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/>
              <a:t>GỌI</a:t>
            </a:r>
          </a:p>
          <a:p>
            <a:r>
              <a:rPr lang="en-US" sz="2000" dirty="0"/>
              <a:t>Open: </a:t>
            </a:r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chưa</a:t>
            </a:r>
            <a:r>
              <a:rPr lang="en-US" sz="2000" dirty="0"/>
              <a:t> </a:t>
            </a:r>
            <a:r>
              <a:rPr lang="en-US" sz="2000" dirty="0" err="1"/>
              <a:t>xét</a:t>
            </a:r>
            <a:endParaRPr lang="en-US" sz="2000" dirty="0"/>
          </a:p>
          <a:p>
            <a:r>
              <a:rPr lang="en-US" sz="2000" dirty="0"/>
              <a:t>Close: </a:t>
            </a:r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xét</a:t>
            </a:r>
            <a:endParaRPr lang="en-US" sz="2000" dirty="0"/>
          </a:p>
          <a:p>
            <a:r>
              <a:rPr lang="en-US" sz="2000" dirty="0"/>
              <a:t>Cost(</a:t>
            </a:r>
            <a:r>
              <a:rPr lang="en-US" sz="2000" dirty="0" err="1"/>
              <a:t>x,y</a:t>
            </a:r>
            <a:r>
              <a:rPr lang="en-US" sz="2000" dirty="0"/>
              <a:t>): chi </a:t>
            </a:r>
            <a:r>
              <a:rPr lang="en-US" sz="2000" dirty="0" err="1"/>
              <a:t>phí</a:t>
            </a:r>
            <a:r>
              <a:rPr lang="en-US" sz="2000" dirty="0"/>
              <a:t> </a:t>
            </a:r>
            <a:r>
              <a:rPr lang="en-US" sz="2000" dirty="0" err="1"/>
              <a:t>đường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x </a:t>
            </a:r>
            <a:r>
              <a:rPr lang="en-US" sz="2000" dirty="0" err="1"/>
              <a:t>đến</a:t>
            </a:r>
            <a:r>
              <a:rPr lang="en-US" sz="2000" dirty="0"/>
              <a:t> y</a:t>
            </a:r>
          </a:p>
          <a:p>
            <a:r>
              <a:rPr lang="en-US" sz="2000" dirty="0"/>
              <a:t>g(x): </a:t>
            </a:r>
            <a:r>
              <a:rPr lang="en-US" sz="2000" dirty="0" err="1"/>
              <a:t>khoảng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 y</a:t>
            </a:r>
          </a:p>
          <a:p>
            <a:r>
              <a:rPr lang="en-US" sz="2000" dirty="0"/>
              <a:t>h(x):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lượng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đích</a:t>
            </a:r>
            <a:endParaRPr lang="en-US" sz="2000" dirty="0"/>
          </a:p>
          <a:p>
            <a:r>
              <a:rPr lang="en-US" sz="2000" dirty="0"/>
              <a:t>f(x) = g(x) + h(x)</a:t>
            </a:r>
          </a:p>
        </p:txBody>
      </p:sp>
      <p:sp>
        <p:nvSpPr>
          <p:cNvPr id="1443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2872D70-0FB2-4AF9-B6E6-F03A2D142669}" type="slidenum">
              <a:rPr lang="en-US" altLang="en-US" smtClean="0">
                <a:latin typeface="Garamond" pitchFamily="18" charset="0"/>
              </a:rPr>
              <a:pPr eaLnBrk="1" hangingPunct="1"/>
              <a:t>63</a:t>
            </a:fld>
            <a:endParaRPr lang="en-US" altLang="en-US">
              <a:latin typeface="Garamond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CA0F04-2CF9-B259-153B-0F1A739F2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Thuật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A</a:t>
            </a:r>
            <a:r>
              <a:rPr lang="en-US" baseline="30000" dirty="0">
                <a:solidFill>
                  <a:srgbClr val="0070C0"/>
                </a:solidFill>
              </a:rPr>
              <a:t>*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44390" name="Rectangle 3"/>
          <p:cNvSpPr>
            <a:spLocks noGrp="1" noChangeArrowheads="1"/>
          </p:cNvSpPr>
          <p:nvPr>
            <p:ph idx="1"/>
          </p:nvPr>
        </p:nvSpPr>
        <p:spPr>
          <a:xfrm>
            <a:off x="827314" y="874679"/>
            <a:ext cx="9372600" cy="525779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000" b="1" dirty="0" err="1">
                <a:solidFill>
                  <a:schemeClr val="tx2"/>
                </a:solidFill>
              </a:rPr>
              <a:t>Bước</a:t>
            </a:r>
            <a:r>
              <a:rPr lang="en-US" sz="2000" b="1" dirty="0">
                <a:solidFill>
                  <a:schemeClr val="tx2"/>
                </a:solidFill>
              </a:rPr>
              <a:t> 1:</a:t>
            </a:r>
            <a:endParaRPr lang="en-US" sz="16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chemeClr val="tx2"/>
                </a:solidFill>
              </a:rPr>
              <a:t>	Open: = {s}</a:t>
            </a:r>
            <a:r>
              <a:rPr lang="en-US" sz="1200" dirty="0">
                <a:solidFill>
                  <a:schemeClr val="tx2"/>
                </a:solidFill>
              </a:rPr>
              <a:t>;	</a:t>
            </a:r>
            <a:r>
              <a:rPr lang="en-US" sz="1600" dirty="0">
                <a:solidFill>
                  <a:schemeClr val="tx2"/>
                </a:solidFill>
              </a:rPr>
              <a:t>Close: = {}</a:t>
            </a:r>
            <a:endParaRPr lang="en-US" sz="12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000" b="1" dirty="0" err="1">
                <a:solidFill>
                  <a:schemeClr val="tx2"/>
                </a:solidFill>
              </a:rPr>
              <a:t>Bước</a:t>
            </a:r>
            <a:r>
              <a:rPr lang="en-US" sz="2000" b="1" dirty="0">
                <a:solidFill>
                  <a:schemeClr val="tx2"/>
                </a:solidFill>
              </a:rPr>
              <a:t> 2: while (Open !={})</a:t>
            </a:r>
            <a:endParaRPr lang="en-US" sz="1600" dirty="0">
              <a:solidFill>
                <a:schemeClr val="tx2"/>
              </a:solidFill>
            </a:endParaRP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 err="1">
                <a:solidFill>
                  <a:schemeClr val="tx2"/>
                </a:solidFill>
              </a:rPr>
              <a:t>Chọn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trạng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thái</a:t>
            </a:r>
            <a:r>
              <a:rPr lang="en-US" sz="1800" dirty="0">
                <a:solidFill>
                  <a:schemeClr val="tx2"/>
                </a:solidFill>
              </a:rPr>
              <a:t> (</a:t>
            </a:r>
            <a:r>
              <a:rPr lang="en-US" sz="1800" dirty="0" err="1">
                <a:solidFill>
                  <a:schemeClr val="tx2"/>
                </a:solidFill>
              </a:rPr>
              <a:t>đỉnh</a:t>
            </a:r>
            <a:r>
              <a:rPr lang="en-US" sz="1800" dirty="0">
                <a:solidFill>
                  <a:schemeClr val="tx2"/>
                </a:solidFill>
              </a:rPr>
              <a:t>) </a:t>
            </a:r>
            <a:r>
              <a:rPr lang="en-US" sz="1800" dirty="0" err="1">
                <a:solidFill>
                  <a:schemeClr val="tx2"/>
                </a:solidFill>
              </a:rPr>
              <a:t>tốt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nhất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x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dirty="0" err="1">
                <a:solidFill>
                  <a:schemeClr val="tx2"/>
                </a:solidFill>
              </a:rPr>
              <a:t>trong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Open</a:t>
            </a:r>
            <a:r>
              <a:rPr lang="en-US" sz="1800" dirty="0">
                <a:solidFill>
                  <a:schemeClr val="tx2"/>
                </a:solidFill>
              </a:rPr>
              <a:t> (</a:t>
            </a:r>
            <a:r>
              <a:rPr lang="en-US" sz="1800" dirty="0" err="1">
                <a:solidFill>
                  <a:schemeClr val="tx2"/>
                </a:solidFill>
              </a:rPr>
              <a:t>xóa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x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dirty="0" err="1">
                <a:solidFill>
                  <a:schemeClr val="tx2"/>
                </a:solidFill>
              </a:rPr>
              <a:t>khỏi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Open</a:t>
            </a:r>
            <a:r>
              <a:rPr lang="en-US" sz="1800" dirty="0">
                <a:solidFill>
                  <a:schemeClr val="tx2"/>
                </a:solidFill>
              </a:rPr>
              <a:t>). //f(x) =Min</a:t>
            </a:r>
            <a:endParaRPr lang="en-US" sz="1400" dirty="0">
              <a:solidFill>
                <a:schemeClr val="tx2"/>
              </a:solidFill>
            </a:endParaRP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 err="1">
                <a:solidFill>
                  <a:schemeClr val="tx2"/>
                </a:solidFill>
              </a:rPr>
              <a:t>Nếu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x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dirty="0" err="1">
                <a:solidFill>
                  <a:schemeClr val="tx2"/>
                </a:solidFill>
              </a:rPr>
              <a:t>là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trạng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thái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b="1" dirty="0" err="1">
                <a:solidFill>
                  <a:schemeClr val="tx2"/>
                </a:solidFill>
              </a:rPr>
              <a:t>kết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r>
              <a:rPr lang="en-US" sz="1800" b="1" dirty="0" err="1">
                <a:solidFill>
                  <a:schemeClr val="tx2"/>
                </a:solidFill>
              </a:rPr>
              <a:t>thúc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b="1" u="sng" dirty="0" err="1">
                <a:solidFill>
                  <a:schemeClr val="tx2"/>
                </a:solidFill>
              </a:rPr>
              <a:t>thì</a:t>
            </a:r>
            <a:r>
              <a:rPr lang="en-US" sz="1800" b="1" u="sng" dirty="0">
                <a:solidFill>
                  <a:schemeClr val="tx2"/>
                </a:solidFill>
              </a:rPr>
              <a:t> </a:t>
            </a:r>
            <a:r>
              <a:rPr lang="en-US" sz="1800" b="1" u="sng" dirty="0" err="1">
                <a:solidFill>
                  <a:schemeClr val="tx2"/>
                </a:solidFill>
              </a:rPr>
              <a:t>thoát</a:t>
            </a:r>
            <a:r>
              <a:rPr lang="en-US" sz="1800" b="1" u="sng" dirty="0">
                <a:solidFill>
                  <a:schemeClr val="tx2"/>
                </a:solidFill>
              </a:rPr>
              <a:t>.</a:t>
            </a:r>
            <a:endParaRPr lang="en-US" sz="1400" dirty="0">
              <a:solidFill>
                <a:schemeClr val="tx2"/>
              </a:solidFill>
            </a:endParaRP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 err="1">
                <a:solidFill>
                  <a:schemeClr val="tx2"/>
                </a:solidFill>
              </a:rPr>
              <a:t>Chuyển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x</a:t>
            </a:r>
            <a:r>
              <a:rPr lang="en-US" sz="1800" dirty="0">
                <a:solidFill>
                  <a:schemeClr val="tx2"/>
                </a:solidFill>
              </a:rPr>
              <a:t> qua </a:t>
            </a:r>
            <a:r>
              <a:rPr lang="en-US" sz="1800" b="1" dirty="0">
                <a:solidFill>
                  <a:schemeClr val="tx2"/>
                </a:solidFill>
              </a:rPr>
              <a:t>Close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dirty="0" err="1">
                <a:solidFill>
                  <a:schemeClr val="tx2"/>
                </a:solidFill>
              </a:rPr>
              <a:t>và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tạo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ra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các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trạng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thái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kế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tiếp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y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dirty="0" err="1">
                <a:solidFill>
                  <a:schemeClr val="tx2"/>
                </a:solidFill>
              </a:rPr>
              <a:t>sau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b="1" dirty="0">
                <a:solidFill>
                  <a:schemeClr val="tx2"/>
                </a:solidFill>
              </a:rPr>
              <a:t>x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  <a:endParaRPr lang="en-US" sz="1400" dirty="0">
              <a:solidFill>
                <a:schemeClr val="tx2"/>
              </a:solidFill>
            </a:endParaRPr>
          </a:p>
          <a:p>
            <a:pPr lvl="3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dirty="0" err="1">
                <a:solidFill>
                  <a:schemeClr val="tx2"/>
                </a:solidFill>
              </a:rPr>
              <a:t>Nếu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y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dirty="0" err="1">
                <a:solidFill>
                  <a:schemeClr val="tx2"/>
                </a:solidFill>
              </a:rPr>
              <a:t>đã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trong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Open</a:t>
            </a:r>
            <a:endParaRPr lang="en-US" sz="1200" dirty="0">
              <a:solidFill>
                <a:schemeClr val="tx2"/>
              </a:solidFill>
            </a:endParaRPr>
          </a:p>
          <a:p>
            <a:pPr lvl="4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US" sz="1600" dirty="0" err="1">
                <a:solidFill>
                  <a:schemeClr val="tx2"/>
                </a:solidFill>
              </a:rPr>
              <a:t>Nếu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g(y) &gt; g(x) + Cost(x, y)</a:t>
            </a:r>
            <a:endParaRPr lang="en-US" sz="1200" dirty="0">
              <a:solidFill>
                <a:schemeClr val="tx2"/>
              </a:solidFill>
            </a:endParaRPr>
          </a:p>
          <a:p>
            <a:pPr lvl="5">
              <a:lnSpc>
                <a:spcPct val="10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g(y) = g(x) + Cost(x, y)</a:t>
            </a:r>
            <a:endParaRPr lang="en-US" sz="1200" dirty="0">
              <a:solidFill>
                <a:schemeClr val="tx2"/>
              </a:solidFill>
            </a:endParaRPr>
          </a:p>
          <a:p>
            <a:pPr lvl="5">
              <a:lnSpc>
                <a:spcPct val="10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f(y) = g(y) + h(y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  <a:endParaRPr lang="en-US" sz="1200" dirty="0">
              <a:solidFill>
                <a:schemeClr val="tx2"/>
              </a:solidFill>
            </a:endParaRPr>
          </a:p>
          <a:p>
            <a:pPr lvl="5">
              <a:lnSpc>
                <a:spcPct val="10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b="1" dirty="0" err="1">
                <a:solidFill>
                  <a:schemeClr val="tx2"/>
                </a:solidFill>
              </a:rPr>
              <a:t>prev</a:t>
            </a:r>
            <a:r>
              <a:rPr lang="en-US" sz="1600" b="1" dirty="0">
                <a:solidFill>
                  <a:schemeClr val="tx2"/>
                </a:solidFill>
              </a:rPr>
              <a:t>(y) = x</a:t>
            </a:r>
            <a:r>
              <a:rPr lang="en-US" sz="1600" dirty="0">
                <a:solidFill>
                  <a:schemeClr val="tx2"/>
                </a:solidFill>
              </a:rPr>
              <a:t> (</a:t>
            </a:r>
            <a:r>
              <a:rPr lang="en-US" sz="1600" dirty="0" err="1">
                <a:solidFill>
                  <a:schemeClr val="tx2"/>
                </a:solidFill>
              </a:rPr>
              <a:t>trạng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thái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trước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của</a:t>
            </a:r>
            <a:r>
              <a:rPr lang="en-US" sz="1600" dirty="0">
                <a:solidFill>
                  <a:schemeClr val="tx2"/>
                </a:solidFill>
              </a:rPr>
              <a:t> y </a:t>
            </a:r>
            <a:r>
              <a:rPr lang="en-US" sz="1600" dirty="0" err="1">
                <a:solidFill>
                  <a:schemeClr val="tx2"/>
                </a:solidFill>
              </a:rPr>
              <a:t>là</a:t>
            </a:r>
            <a:r>
              <a:rPr lang="en-US" sz="1600" dirty="0">
                <a:solidFill>
                  <a:schemeClr val="tx2"/>
                </a:solidFill>
              </a:rPr>
              <a:t> x)</a:t>
            </a:r>
            <a:endParaRPr lang="en-US" sz="1200" dirty="0">
              <a:solidFill>
                <a:schemeClr val="tx2"/>
              </a:solidFill>
            </a:endParaRPr>
          </a:p>
          <a:p>
            <a:pPr lvl="3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dirty="0" err="1">
                <a:solidFill>
                  <a:schemeClr val="tx2"/>
                </a:solidFill>
              </a:rPr>
              <a:t>Nếu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y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dirty="0" err="1">
                <a:solidFill>
                  <a:schemeClr val="tx2"/>
                </a:solidFill>
              </a:rPr>
              <a:t>chưa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trong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Open</a:t>
            </a:r>
            <a:endParaRPr lang="en-US" sz="1200" dirty="0">
              <a:solidFill>
                <a:schemeClr val="tx2"/>
              </a:solidFill>
            </a:endParaRPr>
          </a:p>
          <a:p>
            <a:pPr lvl="4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2"/>
                </a:solidFill>
              </a:rPr>
              <a:t>g(y) = g(x) + cost(x, y)</a:t>
            </a:r>
            <a:endParaRPr lang="en-US" sz="1200" dirty="0">
              <a:solidFill>
                <a:schemeClr val="tx2"/>
              </a:solidFill>
            </a:endParaRPr>
          </a:p>
          <a:p>
            <a:pPr lvl="4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2"/>
                </a:solidFill>
              </a:rPr>
              <a:t>f(y) = g(y) + h(y)</a:t>
            </a:r>
            <a:endParaRPr lang="en-US" sz="1200" dirty="0">
              <a:solidFill>
                <a:schemeClr val="tx2"/>
              </a:solidFill>
            </a:endParaRPr>
          </a:p>
          <a:p>
            <a:pPr lvl="4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US" sz="1600" b="1" dirty="0" err="1">
                <a:solidFill>
                  <a:schemeClr val="tx2"/>
                </a:solidFill>
              </a:rPr>
              <a:t>prev</a:t>
            </a:r>
            <a:r>
              <a:rPr lang="en-US" sz="1600" b="1" dirty="0">
                <a:solidFill>
                  <a:schemeClr val="tx2"/>
                </a:solidFill>
              </a:rPr>
              <a:t>(y) = x</a:t>
            </a:r>
            <a:endParaRPr lang="en-US" sz="1200" dirty="0">
              <a:solidFill>
                <a:schemeClr val="tx2"/>
              </a:solidFill>
            </a:endParaRPr>
          </a:p>
          <a:p>
            <a:pPr lvl="4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US" sz="1600" dirty="0" err="1">
                <a:solidFill>
                  <a:schemeClr val="tx2"/>
                </a:solidFill>
              </a:rPr>
              <a:t>Thêm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y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dirty="0" err="1">
                <a:solidFill>
                  <a:schemeClr val="tx2"/>
                </a:solidFill>
              </a:rPr>
              <a:t>vào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Open</a:t>
            </a:r>
            <a:endParaRPr lang="en-US" sz="1200" dirty="0">
              <a:solidFill>
                <a:schemeClr val="tx2"/>
              </a:solidFill>
            </a:endParaRPr>
          </a:p>
          <a:p>
            <a:pPr lvl="3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dirty="0" err="1">
                <a:solidFill>
                  <a:schemeClr val="tx2"/>
                </a:solidFill>
              </a:rPr>
              <a:t>Nếu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y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dirty="0" err="1">
                <a:solidFill>
                  <a:schemeClr val="tx2"/>
                </a:solidFill>
              </a:rPr>
              <a:t>có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trong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Close</a:t>
            </a:r>
            <a:endParaRPr lang="en-US" sz="1200" dirty="0">
              <a:solidFill>
                <a:schemeClr val="tx2"/>
              </a:solidFill>
            </a:endParaRPr>
          </a:p>
          <a:p>
            <a:pPr lvl="4">
              <a:lnSpc>
                <a:spcPct val="10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US" sz="1600" dirty="0" err="1">
                <a:solidFill>
                  <a:schemeClr val="tx2"/>
                </a:solidFill>
              </a:rPr>
              <a:t>Nếu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g(y) &gt; g(x) + Cost(x, y)</a:t>
            </a:r>
            <a:endParaRPr lang="en-US" sz="1200" dirty="0">
              <a:solidFill>
                <a:schemeClr val="tx2"/>
              </a:solidFill>
            </a:endParaRPr>
          </a:p>
          <a:p>
            <a:pPr lvl="5">
              <a:lnSpc>
                <a:spcPct val="10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dirty="0" err="1">
                <a:solidFill>
                  <a:schemeClr val="tx2"/>
                </a:solidFill>
              </a:rPr>
              <a:t>Bỏ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y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dirty="0" err="1">
                <a:solidFill>
                  <a:schemeClr val="tx2"/>
                </a:solidFill>
              </a:rPr>
              <a:t>khỏi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Close</a:t>
            </a:r>
            <a:endParaRPr lang="en-US" sz="1200" dirty="0">
              <a:solidFill>
                <a:schemeClr val="tx2"/>
              </a:solidFill>
            </a:endParaRPr>
          </a:p>
          <a:p>
            <a:pPr lvl="5">
              <a:lnSpc>
                <a:spcPct val="100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US" sz="1600" dirty="0" err="1">
                <a:solidFill>
                  <a:schemeClr val="tx2"/>
                </a:solidFill>
              </a:rPr>
              <a:t>Thêm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y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dirty="0" err="1">
                <a:solidFill>
                  <a:schemeClr val="tx2"/>
                </a:solidFill>
              </a:rPr>
              <a:t>vào</a:t>
            </a:r>
            <a:r>
              <a:rPr lang="en-US" sz="1600" dirty="0">
                <a:solidFill>
                  <a:schemeClr val="tx2"/>
                </a:solidFill>
              </a:rPr>
              <a:t> </a:t>
            </a:r>
            <a:r>
              <a:rPr lang="en-US" sz="1600" b="1" dirty="0">
                <a:solidFill>
                  <a:schemeClr val="tx2"/>
                </a:solidFill>
              </a:rPr>
              <a:t>Open</a:t>
            </a:r>
            <a:endParaRPr lang="en-US" sz="12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000" b="1" dirty="0" err="1">
                <a:solidFill>
                  <a:schemeClr val="tx2"/>
                </a:solidFill>
              </a:rPr>
              <a:t>Bước</a:t>
            </a:r>
            <a:r>
              <a:rPr lang="en-US" sz="2000" b="1" dirty="0">
                <a:solidFill>
                  <a:schemeClr val="tx2"/>
                </a:solidFill>
              </a:rPr>
              <a:t> 3: </a:t>
            </a:r>
            <a:r>
              <a:rPr lang="en-US" sz="2000" b="1" dirty="0" err="1">
                <a:solidFill>
                  <a:schemeClr val="tx2"/>
                </a:solidFill>
              </a:rPr>
              <a:t>Không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tìm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000" b="1" dirty="0" err="1">
                <a:solidFill>
                  <a:schemeClr val="tx2"/>
                </a:solidFill>
              </a:rPr>
              <a:t>được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443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2872D70-0FB2-4AF9-B6E6-F03A2D142669}" type="slidenum">
              <a:rPr lang="en-US" altLang="en-US" smtClean="0">
                <a:latin typeface="Garamond" pitchFamily="18" charset="0"/>
              </a:rPr>
              <a:pPr eaLnBrk="1" hangingPunct="1"/>
              <a:t>64</a:t>
            </a:fld>
            <a:endParaRPr lang="en-US" altLang="en-US">
              <a:latin typeface="Garamond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7323F6-0FCA-7AA0-ECDC-0F128011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871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3"/>
            <a:ext cx="3238500" cy="1683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201" y="381000"/>
            <a:ext cx="1904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VÍ DỤ: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416455"/>
              </p:ext>
            </p:extLst>
          </p:nvPr>
        </p:nvGraphicFramePr>
        <p:xfrm>
          <a:off x="1973425" y="3689351"/>
          <a:ext cx="8000999" cy="2232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25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LẶP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OPEN (f)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CLOSE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PREV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5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A14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556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556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15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556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556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556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3"/>
            <a:ext cx="4191000" cy="35369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2DE0FF-A04C-4F6C-99A0-5ED9E1E5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560" y="1941121"/>
            <a:ext cx="3994249" cy="148787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7BCCF-938D-476E-D618-A98C16CAF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3AD53D-2091-E93F-395A-BDAC01410C89}"/>
              </a:ext>
            </a:extLst>
          </p:cNvPr>
          <p:cNvSpPr txBox="1"/>
          <p:nvPr/>
        </p:nvSpPr>
        <p:spPr>
          <a:xfrm>
            <a:off x="147040" y="1226126"/>
            <a:ext cx="3848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66CCFF"/>
                </a:solidFill>
              </a:rPr>
              <a:t>Tìm</a:t>
            </a:r>
            <a:r>
              <a:rPr lang="en-US" sz="2400" b="1" dirty="0">
                <a:solidFill>
                  <a:srgbClr val="66CCFF"/>
                </a:solidFill>
              </a:rPr>
              <a:t> </a:t>
            </a:r>
            <a:r>
              <a:rPr lang="en-US" sz="2400" b="1" dirty="0" err="1">
                <a:solidFill>
                  <a:srgbClr val="66CCFF"/>
                </a:solidFill>
              </a:rPr>
              <a:t>đường</a:t>
            </a:r>
            <a:r>
              <a:rPr lang="en-US" sz="2400" b="1" dirty="0">
                <a:solidFill>
                  <a:srgbClr val="66CCFF"/>
                </a:solidFill>
              </a:rPr>
              <a:t> </a:t>
            </a:r>
            <a:r>
              <a:rPr lang="en-US" sz="2400" b="1" dirty="0" err="1">
                <a:solidFill>
                  <a:srgbClr val="66CCFF"/>
                </a:solidFill>
              </a:rPr>
              <a:t>đi</a:t>
            </a:r>
            <a:r>
              <a:rPr lang="en-US" sz="2400" b="1" dirty="0">
                <a:solidFill>
                  <a:srgbClr val="66CCFF"/>
                </a:solidFill>
              </a:rPr>
              <a:t> </a:t>
            </a:r>
            <a:r>
              <a:rPr lang="en-US" sz="2400" b="1" dirty="0" err="1">
                <a:solidFill>
                  <a:srgbClr val="66CCFF"/>
                </a:solidFill>
              </a:rPr>
              <a:t>từ</a:t>
            </a:r>
            <a:r>
              <a:rPr lang="en-US" sz="2400" b="1" dirty="0">
                <a:solidFill>
                  <a:srgbClr val="66CCFF"/>
                </a:solidFill>
              </a:rPr>
              <a:t> A</a:t>
            </a:r>
            <a:r>
              <a:rPr lang="en-US" sz="2400" b="1" dirty="0">
                <a:solidFill>
                  <a:srgbClr val="66CCFF"/>
                </a:solidFill>
                <a:sym typeface="Wingdings" pitchFamily="2" charset="2"/>
              </a:rPr>
              <a:t>B </a:t>
            </a:r>
            <a:r>
              <a:rPr lang="en-US" sz="2400" b="1" dirty="0" err="1">
                <a:solidFill>
                  <a:srgbClr val="66CCFF"/>
                </a:solidFill>
                <a:sym typeface="Wingdings" pitchFamily="2" charset="2"/>
              </a:rPr>
              <a:t>có</a:t>
            </a:r>
            <a:r>
              <a:rPr lang="en-US" sz="2400" b="1" dirty="0">
                <a:solidFill>
                  <a:srgbClr val="66CCFF"/>
                </a:solidFill>
                <a:sym typeface="Wingdings" pitchFamily="2" charset="2"/>
              </a:rPr>
              <a:t> </a:t>
            </a:r>
            <a:r>
              <a:rPr lang="en-US" sz="2400" b="1" dirty="0" err="1">
                <a:solidFill>
                  <a:srgbClr val="66CCFF"/>
                </a:solidFill>
                <a:sym typeface="Wingdings" pitchFamily="2" charset="2"/>
              </a:rPr>
              <a:t>mức</a:t>
            </a:r>
            <a:r>
              <a:rPr lang="en-US" sz="2400" b="1" dirty="0">
                <a:solidFill>
                  <a:srgbClr val="66CCFF"/>
                </a:solidFill>
                <a:sym typeface="Wingdings" pitchFamily="2" charset="2"/>
              </a:rPr>
              <a:t> chi </a:t>
            </a:r>
            <a:r>
              <a:rPr lang="en-US" sz="2400" b="1" dirty="0" err="1">
                <a:solidFill>
                  <a:srgbClr val="66CCFF"/>
                </a:solidFill>
                <a:sym typeface="Wingdings" pitchFamily="2" charset="2"/>
              </a:rPr>
              <a:t>phí</a:t>
            </a:r>
            <a:r>
              <a:rPr lang="en-US" sz="2400" b="1" dirty="0">
                <a:solidFill>
                  <a:srgbClr val="66CCFF"/>
                </a:solidFill>
                <a:sym typeface="Wingdings" pitchFamily="2" charset="2"/>
              </a:rPr>
              <a:t> </a:t>
            </a:r>
            <a:r>
              <a:rPr lang="en-US" sz="2400" b="1" dirty="0" err="1">
                <a:solidFill>
                  <a:srgbClr val="66CCFF"/>
                </a:solidFill>
                <a:sym typeface="Wingdings" pitchFamily="2" charset="2"/>
              </a:rPr>
              <a:t>thấp</a:t>
            </a:r>
            <a:r>
              <a:rPr lang="en-US" sz="2400" b="1" dirty="0">
                <a:solidFill>
                  <a:srgbClr val="66CCFF"/>
                </a:solidFill>
                <a:sym typeface="Wingdings" pitchFamily="2" charset="2"/>
              </a:rPr>
              <a:t> </a:t>
            </a:r>
            <a:r>
              <a:rPr lang="en-US" sz="2400" b="1" dirty="0" err="1">
                <a:solidFill>
                  <a:srgbClr val="66CCFF"/>
                </a:solidFill>
                <a:sym typeface="Wingdings" pitchFamily="2" charset="2"/>
              </a:rPr>
              <a:t>nhất</a:t>
            </a:r>
            <a:endParaRPr lang="en-US" sz="2400" b="1" dirty="0">
              <a:solidFill>
                <a:srgbClr val="66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806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2"/>
            <a:ext cx="3238500" cy="19120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0601" y="381000"/>
            <a:ext cx="1752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VÍ DỤ: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6632"/>
              </p:ext>
            </p:extLst>
          </p:nvPr>
        </p:nvGraphicFramePr>
        <p:xfrm>
          <a:off x="1905000" y="3815861"/>
          <a:ext cx="8000999" cy="24308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LẶP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OPEN (f)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CLOSE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PREV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A14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C,D,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800" u="none" strike="noStrike">
                          <a:effectLst/>
                        </a:rPr>
                        <a:t>,F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C24,D13,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E21</a:t>
                      </a:r>
                      <a:r>
                        <a:rPr lang="en-US" sz="1800" u="none" strike="noStrike">
                          <a:effectLst/>
                        </a:rPr>
                        <a:t>,F27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{A}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46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65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869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924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138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161" y="79079"/>
            <a:ext cx="4191000" cy="35051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2DE0FF-A04C-4F6C-99A0-5ED9E1E5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475" y="2231624"/>
            <a:ext cx="3994249" cy="155551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58B255-B278-95C0-6C95-A655E2E8F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582BD8-D72C-6473-4E05-B7F62457A4DC}"/>
              </a:ext>
            </a:extLst>
          </p:cNvPr>
          <p:cNvSpPr txBox="1"/>
          <p:nvPr/>
        </p:nvSpPr>
        <p:spPr>
          <a:xfrm>
            <a:off x="7620000" y="4304005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280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2"/>
            <a:ext cx="3238500" cy="19120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43001" y="381000"/>
            <a:ext cx="1599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VÍ DỤ: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076685"/>
              </p:ext>
            </p:extLst>
          </p:nvPr>
        </p:nvGraphicFramePr>
        <p:xfrm>
          <a:off x="1841242" y="3804491"/>
          <a:ext cx="8000999" cy="2426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6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LẶP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OPEN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CLOSE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PREV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6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C,D,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800" u="none" strike="noStrike">
                          <a:effectLst/>
                        </a:rPr>
                        <a:t>,F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C24,D13,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E21</a:t>
                      </a:r>
                      <a:r>
                        <a:rPr lang="en-US" sz="1800" u="none" strike="noStrike">
                          <a:effectLst/>
                        </a:rPr>
                        <a:t>,F27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{A}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E19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{D}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363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273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434"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243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1"/>
            <a:ext cx="4191000" cy="32197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2DE0FF-A04C-4F6C-99A0-5ED9E1E5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514" y="2304945"/>
            <a:ext cx="3994249" cy="142885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1C5759-C01A-417A-9AC9-447B139DECD2}"/>
              </a:ext>
            </a:extLst>
          </p:cNvPr>
          <p:cNvSpPr txBox="1"/>
          <p:nvPr/>
        </p:nvSpPr>
        <p:spPr>
          <a:xfrm>
            <a:off x="1241544" y="1427986"/>
            <a:ext cx="2767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CCFF"/>
                </a:solidFill>
                <a:highlight>
                  <a:srgbClr val="FFFF00"/>
                </a:highlight>
              </a:rPr>
              <a:t>g(E)=13</a:t>
            </a:r>
          </a:p>
          <a:p>
            <a:r>
              <a:rPr lang="en-US" dirty="0">
                <a:solidFill>
                  <a:srgbClr val="66CCFF"/>
                </a:solidFill>
                <a:highlight>
                  <a:srgbClr val="FFFF00"/>
                </a:highlight>
              </a:rPr>
              <a:t>g(D)+cost(D,E)=7+4=11</a:t>
            </a:r>
          </a:p>
          <a:p>
            <a:r>
              <a:rPr lang="en-US" dirty="0">
                <a:solidFill>
                  <a:srgbClr val="66CCFF"/>
                </a:solidFill>
                <a:highlight>
                  <a:srgbClr val="FFFF00"/>
                </a:highlight>
              </a:rPr>
              <a:t>-&gt;g(E)=11 </a:t>
            </a:r>
            <a:r>
              <a:rPr lang="en-US" dirty="0">
                <a:solidFill>
                  <a:srgbClr val="66CCFF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f(E)=11+8=19</a:t>
            </a:r>
            <a:endParaRPr lang="en-US" dirty="0">
              <a:solidFill>
                <a:srgbClr val="66CCFF"/>
              </a:solidFill>
              <a:highlight>
                <a:srgbClr val="FFFF00"/>
              </a:highlight>
            </a:endParaRP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 flipV="1">
            <a:off x="2742834" y="2324844"/>
            <a:ext cx="3734166" cy="247575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CE1E1AF-524F-CB71-9119-9CD05F68D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36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2"/>
            <a:ext cx="3238500" cy="19120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381000"/>
            <a:ext cx="1676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VÍ DỤ: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239799"/>
              </p:ext>
            </p:extLst>
          </p:nvPr>
        </p:nvGraphicFramePr>
        <p:xfrm>
          <a:off x="1981201" y="3690354"/>
          <a:ext cx="8000999" cy="23624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8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LẶP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X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OPEN (f)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CLOSE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PREV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8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C,D,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800" u="none" strike="noStrike">
                          <a:effectLst/>
                        </a:rPr>
                        <a:t>,F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C24,D13,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E21</a:t>
                      </a:r>
                      <a:r>
                        <a:rPr lang="en-US" sz="1800" u="none" strike="noStrike">
                          <a:effectLst/>
                        </a:rPr>
                        <a:t>,F27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{A}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8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E19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{D}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K,I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C24,F27,H25,K17,I18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{E}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8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4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 dirty="0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1"/>
            <a:ext cx="4191000" cy="30480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2DE0FF-A04C-4F6C-99A0-5ED9E1E5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514" y="2304945"/>
            <a:ext cx="3994249" cy="135265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135796-3DDF-C953-BCBC-7F516A6ED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36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2"/>
            <a:ext cx="3238500" cy="19120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583" y="384241"/>
            <a:ext cx="2209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VÍ DỤ: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844621"/>
              </p:ext>
            </p:extLst>
          </p:nvPr>
        </p:nvGraphicFramePr>
        <p:xfrm>
          <a:off x="1905000" y="3766358"/>
          <a:ext cx="8000999" cy="2601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LẶP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OPEN (f)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CLOSE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PREV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2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C,D,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800" u="none" strike="noStrike">
                          <a:effectLst/>
                        </a:rPr>
                        <a:t>,F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C24,D13,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E21</a:t>
                      </a:r>
                      <a:r>
                        <a:rPr lang="en-US" sz="1800" u="none" strike="noStrike">
                          <a:effectLst/>
                        </a:rPr>
                        <a:t>,F27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{A}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E19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{D}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6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K,I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C24,F27,H25,K17,I18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{E}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B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C24,F27,H25,I18,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B21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D,E,K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{K}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1"/>
            <a:ext cx="4191000" cy="32003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2DE0FF-A04C-4F6C-99A0-5ED9E1E5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514" y="2304945"/>
            <a:ext cx="3994249" cy="142024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853E6-B59B-C5F2-6FC1-47AB87E5C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839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2"/>
            <a:ext cx="3238500" cy="19120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1" y="381000"/>
            <a:ext cx="1676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VÍ DỤ: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967850"/>
              </p:ext>
            </p:extLst>
          </p:nvPr>
        </p:nvGraphicFramePr>
        <p:xfrm>
          <a:off x="1973425" y="3683939"/>
          <a:ext cx="8000999" cy="2601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LẶP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OPEN (f)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CLOSE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PREV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2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C,D,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800" u="none" strike="noStrike">
                          <a:effectLst/>
                        </a:rPr>
                        <a:t>,F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C24,D13,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E21</a:t>
                      </a:r>
                      <a:r>
                        <a:rPr lang="en-US" sz="1800" u="none" strike="noStrike">
                          <a:effectLst/>
                        </a:rPr>
                        <a:t>,F27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{A}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E19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{D}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6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K,I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C24,F27,H25,K17,I18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{E}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B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C24,F27,H25,I18,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B21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D,E,K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{K}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B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B19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D,E,K,I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{I}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24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1"/>
            <a:ext cx="4191000" cy="2704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2DE0FF-A04C-4F6C-99A0-5ED9E1E5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514" y="2304945"/>
            <a:ext cx="3994249" cy="120025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33AC2B-39C2-4B1E-995C-1FA6ACF146F4}"/>
              </a:ext>
            </a:extLst>
          </p:cNvPr>
          <p:cNvSpPr txBox="1"/>
          <p:nvPr/>
        </p:nvSpPr>
        <p:spPr>
          <a:xfrm>
            <a:off x="1609216" y="2810470"/>
            <a:ext cx="28103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g(B)=21</a:t>
            </a:r>
          </a:p>
          <a:p>
            <a:r>
              <a:rPr lang="en-US">
                <a:highlight>
                  <a:srgbClr val="FFFF00"/>
                </a:highlight>
              </a:rPr>
              <a:t>g(I)+cost(I,B)=14+5=19</a:t>
            </a:r>
          </a:p>
          <a:p>
            <a:r>
              <a:rPr lang="en-US">
                <a:highlight>
                  <a:srgbClr val="FFFF00"/>
                </a:highlight>
              </a:rPr>
              <a:t>-&gt;g(B)=19 </a:t>
            </a:r>
            <a:r>
              <a:rPr lang="en-US">
                <a:highlight>
                  <a:srgbClr val="FFFF00"/>
                </a:highlight>
                <a:sym typeface="Wingdings" panose="05000000000000000000" pitchFamily="2" charset="2"/>
              </a:rPr>
              <a:t>f(B)=19+0=19</a:t>
            </a:r>
            <a:endParaRPr lang="en-US">
              <a:highlight>
                <a:srgbClr val="FFFF00"/>
              </a:highlight>
            </a:endParaRP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2667002" y="3505200"/>
            <a:ext cx="3927512" cy="2286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0124208-26A0-4E9C-4612-B0AB61AB6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839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99399" y="5716862"/>
            <a:ext cx="2743200" cy="365125"/>
          </a:xfrm>
        </p:spPr>
        <p:txBody>
          <a:bodyPr/>
          <a:lstStyle/>
          <a:p>
            <a:pPr>
              <a:defRPr/>
            </a:pPr>
            <a:fld id="{30940F97-43F5-4258-B03A-03DF6126AA69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2"/>
            <a:ext cx="3238500" cy="19120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1" y="381000"/>
            <a:ext cx="2057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VÍ DỤ: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657934"/>
              </p:ext>
            </p:extLst>
          </p:nvPr>
        </p:nvGraphicFramePr>
        <p:xfrm>
          <a:off x="1905000" y="3475313"/>
          <a:ext cx="8000999" cy="2601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LẶP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OPEN (f)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CLOSE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PREV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2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C,D,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800" u="none" strike="noStrike">
                          <a:effectLst/>
                        </a:rPr>
                        <a:t>,F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C24,D13,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E21</a:t>
                      </a:r>
                      <a:r>
                        <a:rPr lang="en-US" sz="1800" u="none" strike="noStrike">
                          <a:effectLst/>
                        </a:rPr>
                        <a:t>,F27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{A}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H,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E19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{D}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6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K,I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C24,F27,H25,K17,I18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{E}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B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C24,F27,H25,I18,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B23</a:t>
                      </a:r>
                      <a:endParaRPr lang="en-US" sz="1800" b="1" i="0" u="none" strike="noStrike">
                        <a:solidFill>
                          <a:srgbClr val="FF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D,E,K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{K}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B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C24,F27,H25,</a:t>
                      </a: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800" b="1" u="none" strike="noStrike">
                          <a:solidFill>
                            <a:srgbClr val="000092"/>
                          </a:solidFill>
                          <a:effectLst/>
                        </a:rPr>
                        <a:t>B19</a:t>
                      </a:r>
                      <a:endParaRPr lang="en-US" sz="1800" b="1" i="0" u="none" strike="noStrike">
                        <a:solidFill>
                          <a:srgbClr val="000092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A, D,E,K,I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{I}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B (dừng</a:t>
                      </a:r>
                      <a:r>
                        <a:rPr lang="en-US" sz="1800" u="none" strike="noStrike">
                          <a:effectLst/>
                        </a:rPr>
                        <a:t>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1"/>
            <a:ext cx="4191000" cy="28763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2DE0FF-A04C-4F6C-99A0-5ED9E1E5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475" y="2106234"/>
            <a:ext cx="3994249" cy="1276454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4584599" y="5608913"/>
            <a:ext cx="4648200" cy="717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4660799" y="4923112"/>
            <a:ext cx="4495800" cy="609600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660799" y="4846912"/>
            <a:ext cx="4569416" cy="1524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4660799" y="4542112"/>
            <a:ext cx="4695092" cy="381000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584599" y="4465912"/>
            <a:ext cx="4645616" cy="762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432201" y="4199212"/>
            <a:ext cx="4724399" cy="190500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432201" y="4161112"/>
            <a:ext cx="4724399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63041" y="5680648"/>
            <a:ext cx="2369559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400"/>
              <a:t>A</a:t>
            </a:r>
            <a:r>
              <a:rPr lang="en-US" sz="2400">
                <a:sym typeface="Wingdings" pitchFamily="2" charset="2"/>
              </a:rPr>
              <a:t></a:t>
            </a:r>
            <a:r>
              <a:rPr lang="en-US" sz="2400"/>
              <a:t>D</a:t>
            </a:r>
            <a:r>
              <a:rPr lang="en-US" sz="2400">
                <a:sym typeface="Wingdings" pitchFamily="2" charset="2"/>
              </a:rPr>
              <a:t></a:t>
            </a:r>
            <a:r>
              <a:rPr lang="en-US" sz="2400"/>
              <a:t>E</a:t>
            </a:r>
            <a:r>
              <a:rPr lang="en-US" sz="2400">
                <a:sym typeface="Wingdings" pitchFamily="2" charset="2"/>
              </a:rPr>
              <a:t></a:t>
            </a:r>
            <a:r>
              <a:rPr lang="en-US" sz="2400"/>
              <a:t>I</a:t>
            </a:r>
            <a:r>
              <a:rPr lang="en-US" sz="2400">
                <a:sym typeface="Wingdings" pitchFamily="2" charset="2"/>
              </a:rPr>
              <a:t></a:t>
            </a:r>
            <a:r>
              <a:rPr lang="en-US" sz="240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2400"/>
              <a:t> </a:t>
            </a:r>
            <a:endParaRPr lang="en-US" sz="240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06340-E7B7-41B9-4849-B53A40DF7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8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E3B50-400D-26B4-BA62-4B0FBD433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Slide Number Placeholder 3">
            <a:extLst>
              <a:ext uri="{FF2B5EF4-FFF2-40B4-BE49-F238E27FC236}">
                <a16:creationId xmlns:a16="http://schemas.microsoft.com/office/drawing/2014/main" id="{AF7C517E-76BD-CE05-E031-04137F8D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41FD4BD-3970-4BD6-8E57-543657DDD624}" type="slidenum">
              <a:rPr lang="en-US" altLang="en-US" smtClean="0">
                <a:latin typeface="Garamond" pitchFamily="18" charset="0"/>
              </a:rPr>
              <a:pPr eaLnBrk="1" hangingPunct="1"/>
              <a:t>72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50533" name="Rectangle 2">
            <a:extLst>
              <a:ext uri="{FF2B5EF4-FFF2-40B4-BE49-F238E27FC236}">
                <a16:creationId xmlns:a16="http://schemas.microsoft.com/office/drawing/2014/main" id="{18023A65-9033-2E0F-4CCC-7BBBEFBDBA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7626" y="160830"/>
            <a:ext cx="10515600" cy="647700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67FA87B-4736-BA09-760E-0FFD5A49B349}"/>
              </a:ext>
            </a:extLst>
          </p:cNvPr>
          <p:cNvSpPr>
            <a:spLocks noGrp="1" noChangeArrowheads="1"/>
          </p:cNvSpPr>
          <p:nvPr>
            <p:ph sz="quarter" idx="4294967295"/>
          </p:nvPr>
        </p:nvSpPr>
        <p:spPr>
          <a:xfrm>
            <a:off x="609600" y="795830"/>
            <a:ext cx="11194774" cy="138068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vi-V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Trình bày thuật toán A*. Áp dụng A* để tìm đường đi ngắn nhất từ đỉnh A đến K trên đồ thị (Hình 1), với các ước lượng heuristic của các trạng thái so với trạng thái đích được cho trong (Bảng 1).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8491B5-6046-5234-E890-9F4FFBED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6B5460-56AF-D6A3-6494-7D30918F6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1" y="1993282"/>
            <a:ext cx="7315200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48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41FD4BD-3970-4BD6-8E57-543657DDD624}" type="slidenum">
              <a:rPr lang="en-US" altLang="en-US" smtClean="0">
                <a:latin typeface="Garamond" pitchFamily="18" charset="0"/>
              </a:rPr>
              <a:pPr eaLnBrk="1" hangingPunct="1"/>
              <a:t>73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505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46464"/>
            <a:ext cx="10515600" cy="1219200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toán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người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bán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hàng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4000" dirty="0">
                <a:solidFill>
                  <a:srgbClr val="0070C0"/>
                </a:solidFill>
              </a:rPr>
              <a:t>(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</a:rPr>
              <a:t>Travelling salesman problem-</a:t>
            </a:r>
            <a:r>
              <a:rPr lang="en-US" sz="4000" dirty="0">
                <a:solidFill>
                  <a:srgbClr val="0070C0"/>
                </a:solidFill>
              </a:rPr>
              <a:t>TSP)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87626" y="1514912"/>
            <a:ext cx="11194774" cy="1380688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qua n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quay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j).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A30AAA-E1FB-6E78-F192-1BF221871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366935D-D62B-C91E-FC16-73C2D374D814}"/>
              </a:ext>
            </a:extLst>
          </p:cNvPr>
          <p:cNvSpPr txBox="1">
            <a:spLocks noChangeArrowheads="1"/>
          </p:cNvSpPr>
          <p:nvPr/>
        </p:nvSpPr>
        <p:spPr>
          <a:xfrm>
            <a:off x="414130" y="2895600"/>
            <a:ext cx="11168270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indent="-273050" algn="just" fontAlgn="auto">
              <a:spcAft>
                <a:spcPts val="0"/>
              </a:spcAft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chu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Hamilton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đệ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qui phi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tuyến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quyết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73050" indent="-273050" algn="just" fontAlgn="auto">
              <a:spcAft>
                <a:spcPts val="0"/>
              </a:spcAft>
              <a:buFont typeface="Symbol" pitchFamily="18" charset="2"/>
              <a:buChar char="Þ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Kết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quả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tối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ưu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nhưng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độ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phức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tạp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</a:t>
            </a:r>
          </a:p>
          <a:p>
            <a:pPr marL="273050" indent="-273050" algn="just" fontAlgn="auto">
              <a:spcAft>
                <a:spcPts val="0"/>
              </a:spcAft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  <a:sym typeface="Symbol" pitchFamily="18" charset="2"/>
              </a:rPr>
              <a:t>Một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cách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giải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quyết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gần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đúng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dụng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phương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pháp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tham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lam.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Cụ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thể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thuật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giải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GTS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Travelling Salesman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77A0280E-7084-44E3-A4BA-4F480B2B3E1F}" type="slidenum">
              <a:rPr lang="en-US" altLang="en-US" smtClean="0">
                <a:latin typeface="Garamond" pitchFamily="18" charset="0"/>
              </a:rPr>
              <a:pPr eaLnBrk="1" hangingPunct="1"/>
              <a:t>74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563562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Thuật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GTS1</a:t>
            </a:r>
          </a:p>
        </p:txBody>
      </p:sp>
      <p:sp>
        <p:nvSpPr>
          <p:cNvPr id="152582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457200" y="1004013"/>
            <a:ext cx="11430000" cy="5069762"/>
          </a:xfrm>
        </p:spPr>
        <p:txBody>
          <a:bodyPr>
            <a:normAutofit/>
          </a:bodyPr>
          <a:lstStyle/>
          <a:p>
            <a:pPr marL="273050" indent="-273050" eaLnBrk="1" hangingPunct="1">
              <a:spcBef>
                <a:spcPct val="0"/>
              </a:spcBef>
              <a:buNone/>
            </a:pP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[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Khởi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639763" lvl="1" indent="-273050" eaLnBrk="1" hangingPunct="1">
              <a:spcBef>
                <a:spcPct val="0"/>
              </a:spcBef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COST = 0, TOUR =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, v = u </a:t>
            </a:r>
          </a:p>
          <a:p>
            <a:pPr marL="366713" lvl="1" indent="0" eaLnBrk="1" hangingPunct="1">
              <a:spcBef>
                <a:spcPct val="0"/>
              </a:spcBef>
              <a:buNone/>
            </a:pP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(v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thành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phố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đang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xét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u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thành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phố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xuất</a:t>
            </a:r>
            <a:r>
              <a:rPr lang="en-US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phát)</a:t>
            </a:r>
            <a:endParaRPr lang="en-US" i="1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73050" indent="-273050" eaLnBrk="1" hangingPunct="1">
              <a:buNone/>
            </a:pP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[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Thăm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639763" lvl="1" indent="-273050" eaLnBrk="1" hangingPunct="1">
              <a:spcBef>
                <a:spcPct val="0"/>
              </a:spcBef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 k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chạy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n – 1</a:t>
            </a:r>
          </a:p>
          <a:p>
            <a:pPr marL="273050" indent="-273050" eaLnBrk="1" hangingPunct="1">
              <a:buNone/>
            </a:pP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3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[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639763" lvl="1" indent="-273050" eaLnBrk="1" hangingPunct="1">
              <a:spcBef>
                <a:spcPct val="0"/>
              </a:spcBef>
              <a:buNone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v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qua w:</a:t>
            </a:r>
          </a:p>
          <a:p>
            <a:pPr marL="914400" lvl="2" indent="-182563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COST = COST + C[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914400" lvl="2" indent="-182563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TOUR = TOUR + (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914400" lvl="2" indent="-182563" eaLnBrk="1" hangingPunct="1">
              <a:spcBef>
                <a:spcPct val="0"/>
              </a:spcBef>
              <a:buNone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v = w</a:t>
            </a:r>
          </a:p>
          <a:p>
            <a:pPr marL="273050" indent="-273050" eaLnBrk="1" hangingPunct="1">
              <a:buNone/>
            </a:pPr>
            <a:r>
              <a:rPr lang="en-US" sz="2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4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[Quay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639763" lvl="1" indent="-273050" eaLnBrk="1" hangingPunct="1">
              <a:spcBef>
                <a:spcPct val="0"/>
              </a:spcBef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COST = COST + C[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v,u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639763" lvl="1" indent="-273050" eaLnBrk="1" hangingPunct="1">
              <a:spcBef>
                <a:spcPct val="0"/>
              </a:spcBef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TOUR = TOUR + (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v,u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639763" lvl="1" indent="-273050" eaLnBrk="1" hangingPunct="1">
              <a:spcBef>
                <a:spcPct val="0"/>
              </a:spcBef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E04350-ED5D-4BE9-AAF2-A49C0961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2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4800"/>
            <a:ext cx="8229600" cy="561975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143000"/>
            <a:ext cx="11430000" cy="5410200"/>
          </a:xfrm>
        </p:spPr>
        <p:txBody>
          <a:bodyPr/>
          <a:lstStyle/>
          <a:p>
            <a:pPr marL="404813" indent="-404813" eaLnBrk="1" hangingPunct="1"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04813" indent="-404813" eaLnBrk="1" hangingPunct="1">
              <a:buNone/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04813" indent="-404813" eaLnBrk="1" hangingPunct="1">
              <a:buNone/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04813" indent="-404813" eaLnBrk="1" hangingPunct="1">
              <a:buNone/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04813" indent="-404813" eaLnBrk="1" hangingPunct="1">
              <a:buNone/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04813" indent="-404813" algn="just" eaLnBrk="1" hangingPunct="1">
              <a:buClr>
                <a:srgbClr val="C00000"/>
              </a:buClr>
              <a:buFont typeface="Century Schoolbook" pitchFamily="18" charset="0"/>
              <a:buAutoNum type="alphaLcPeriod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GTS1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A.</a:t>
            </a:r>
          </a:p>
          <a:p>
            <a:pPr marL="404813" indent="-404813" algn="just" eaLnBrk="1" hangingPunct="1">
              <a:buClr>
                <a:srgbClr val="C00000"/>
              </a:buClr>
              <a:buFont typeface="Century Schoolbook" pitchFamily="18" charset="0"/>
              <a:buAutoNum type="alphaLcPeriod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nhưng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C.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gì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graphicFrame>
        <p:nvGraphicFramePr>
          <p:cNvPr id="606280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37213"/>
              </p:ext>
            </p:extLst>
          </p:nvPr>
        </p:nvGraphicFramePr>
        <p:xfrm>
          <a:off x="5715000" y="866775"/>
          <a:ext cx="4495800" cy="2688308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3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2" marB="914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A6F9C89-99B0-675C-469B-74B6E6510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C2A3DCA4-AA93-4392-8C3F-A9FE4A520DFC}" type="slidenum">
              <a:rPr lang="en-US" altLang="en-US" smtClean="0">
                <a:latin typeface="Garamond" pitchFamily="18" charset="0"/>
              </a:rPr>
              <a:pPr eaLnBrk="1" hangingPunct="1"/>
              <a:t>76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556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75"/>
            <a:ext cx="4038600" cy="792163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5654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914400"/>
            <a:ext cx="5834063" cy="1371600"/>
          </a:xfrm>
        </p:spPr>
        <p:txBody>
          <a:bodyPr>
            <a:normAutofit lnSpcReduction="10000"/>
          </a:bodyPr>
          <a:lstStyle/>
          <a:p>
            <a:pPr marL="273050" indent="-273050" eaLnBrk="1" hangingPunct="1">
              <a:buNone/>
            </a:pPr>
            <a:r>
              <a:rPr lang="en-US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1: 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COST = 0, TOUR = 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, v = A</a:t>
            </a:r>
          </a:p>
          <a:p>
            <a:pPr marL="273050" indent="-273050" eaLnBrk="1" hangingPunct="1">
              <a:buNone/>
            </a:pPr>
            <a:r>
              <a:rPr lang="en-US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2: 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k = 1 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5 (5 TP </a:t>
            </a:r>
            <a:r>
              <a:rPr lang="en-US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73050" indent="-273050" eaLnBrk="1" hangingPunct="1">
              <a:buNone/>
            </a:pPr>
            <a:r>
              <a:rPr lang="en-US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k = 1:</a:t>
            </a:r>
          </a:p>
        </p:txBody>
      </p:sp>
      <p:sp>
        <p:nvSpPr>
          <p:cNvPr id="6" name="Oval 5"/>
          <p:cNvSpPr/>
          <p:nvPr/>
        </p:nvSpPr>
        <p:spPr>
          <a:xfrm>
            <a:off x="2819400" y="3124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8" name="Straight Connector 7"/>
          <p:cNvCxnSpPr>
            <a:stCxn id="6" idx="6"/>
          </p:cNvCxnSpPr>
          <p:nvPr/>
        </p:nvCxnSpPr>
        <p:spPr>
          <a:xfrm flipV="1">
            <a:off x="3352800" y="2133600"/>
            <a:ext cx="2514600" cy="12573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32475" y="17383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648200" y="2514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100</a:t>
            </a:r>
          </a:p>
        </p:txBody>
      </p:sp>
      <p:cxnSp>
        <p:nvCxnSpPr>
          <p:cNvPr id="13" name="Straight Connector 12"/>
          <p:cNvCxnSpPr>
            <a:stCxn id="6" idx="6"/>
          </p:cNvCxnSpPr>
          <p:nvPr/>
        </p:nvCxnSpPr>
        <p:spPr>
          <a:xfrm flipV="1">
            <a:off x="3352800" y="2743200"/>
            <a:ext cx="2897188" cy="6477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15063" y="23479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105400" y="2895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cxnSp>
        <p:nvCxnSpPr>
          <p:cNvPr id="17" name="Straight Connector 16"/>
          <p:cNvCxnSpPr>
            <a:stCxn id="6" idx="6"/>
            <a:endCxn id="18" idx="2"/>
          </p:cNvCxnSpPr>
          <p:nvPr/>
        </p:nvCxnSpPr>
        <p:spPr>
          <a:xfrm flipV="1">
            <a:off x="3352800" y="3238500"/>
            <a:ext cx="3048000" cy="1524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00800" y="2971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257800" y="32004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30</a:t>
            </a:r>
          </a:p>
        </p:txBody>
      </p:sp>
      <p:cxnSp>
        <p:nvCxnSpPr>
          <p:cNvPr id="22" name="Straight Connector 21"/>
          <p:cNvCxnSpPr>
            <a:stCxn id="6" idx="6"/>
            <a:endCxn id="23" idx="2"/>
          </p:cNvCxnSpPr>
          <p:nvPr/>
        </p:nvCxnSpPr>
        <p:spPr>
          <a:xfrm>
            <a:off x="3352800" y="3390900"/>
            <a:ext cx="2819400" cy="4572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172200" y="3581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105400" y="3657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200</a:t>
            </a:r>
          </a:p>
        </p:txBody>
      </p:sp>
      <p:cxnSp>
        <p:nvCxnSpPr>
          <p:cNvPr id="28" name="Straight Connector 27"/>
          <p:cNvCxnSpPr>
            <a:stCxn id="6" idx="6"/>
            <a:endCxn id="29" idx="1"/>
          </p:cNvCxnSpPr>
          <p:nvPr/>
        </p:nvCxnSpPr>
        <p:spPr>
          <a:xfrm>
            <a:off x="3352800" y="3390900"/>
            <a:ext cx="2592388" cy="827088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867400" y="41386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953000" y="4038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150</a:t>
            </a:r>
          </a:p>
        </p:txBody>
      </p:sp>
      <p:sp>
        <p:nvSpPr>
          <p:cNvPr id="34" name="Oval 33"/>
          <p:cNvSpPr/>
          <p:nvPr/>
        </p:nvSpPr>
        <p:spPr>
          <a:xfrm>
            <a:off x="2438400" y="52578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cxnSp>
        <p:nvCxnSpPr>
          <p:cNvPr id="35" name="Straight Connector 34"/>
          <p:cNvCxnSpPr>
            <a:stCxn id="42" idx="6"/>
          </p:cNvCxnSpPr>
          <p:nvPr/>
        </p:nvCxnSpPr>
        <p:spPr>
          <a:xfrm flipV="1">
            <a:off x="5181601" y="4586288"/>
            <a:ext cx="1939925" cy="938212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086600" y="4191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6096000" y="465931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70</a:t>
            </a:r>
          </a:p>
        </p:txBody>
      </p:sp>
      <p:cxnSp>
        <p:nvCxnSpPr>
          <p:cNvPr id="38" name="Straight Connector 37"/>
          <p:cNvCxnSpPr>
            <a:stCxn id="42" idx="6"/>
          </p:cNvCxnSpPr>
          <p:nvPr/>
        </p:nvCxnSpPr>
        <p:spPr>
          <a:xfrm flipV="1">
            <a:off x="5181600" y="5181600"/>
            <a:ext cx="2287588" cy="3429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434263" y="47863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6407150" y="5030789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130</a:t>
            </a:r>
          </a:p>
        </p:txBody>
      </p:sp>
      <p:cxnSp>
        <p:nvCxnSpPr>
          <p:cNvPr id="41" name="Straight Connector 40"/>
          <p:cNvCxnSpPr>
            <a:stCxn id="34" idx="6"/>
            <a:endCxn id="42" idx="2"/>
          </p:cNvCxnSpPr>
          <p:nvPr/>
        </p:nvCxnSpPr>
        <p:spPr>
          <a:xfrm>
            <a:off x="2971800" y="5524500"/>
            <a:ext cx="1676400" cy="158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42" name="Oval 41"/>
          <p:cNvSpPr/>
          <p:nvPr/>
        </p:nvSpPr>
        <p:spPr>
          <a:xfrm>
            <a:off x="4648200" y="52578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3886200" y="5181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30</a:t>
            </a:r>
          </a:p>
        </p:txBody>
      </p:sp>
      <p:cxnSp>
        <p:nvCxnSpPr>
          <p:cNvPr id="44" name="Straight Connector 43"/>
          <p:cNvCxnSpPr>
            <a:stCxn id="42" idx="6"/>
            <a:endCxn id="45" idx="2"/>
          </p:cNvCxnSpPr>
          <p:nvPr/>
        </p:nvCxnSpPr>
        <p:spPr>
          <a:xfrm>
            <a:off x="5181600" y="5524500"/>
            <a:ext cx="2286000" cy="1905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7467600" y="54483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6415088" y="5373689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cxnSp>
        <p:nvCxnSpPr>
          <p:cNvPr id="47" name="Straight Connector 46"/>
          <p:cNvCxnSpPr>
            <a:stCxn id="42" idx="6"/>
            <a:endCxn id="48" idx="1"/>
          </p:cNvCxnSpPr>
          <p:nvPr/>
        </p:nvCxnSpPr>
        <p:spPr>
          <a:xfrm>
            <a:off x="5181600" y="5524500"/>
            <a:ext cx="2058988" cy="560388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162800" y="60055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302375" y="5638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120</a:t>
            </a:r>
          </a:p>
        </p:txBody>
      </p:sp>
      <p:graphicFrame>
        <p:nvGraphicFramePr>
          <p:cNvPr id="607340" name="Group 108"/>
          <p:cNvGraphicFramePr>
            <a:graphicFrameLocks noGrp="1"/>
          </p:cNvGraphicFramePr>
          <p:nvPr/>
        </p:nvGraphicFramePr>
        <p:xfrm>
          <a:off x="7323138" y="147638"/>
          <a:ext cx="3116262" cy="1835148"/>
        </p:xfrm>
        <a:graphic>
          <a:graphicData uri="http://schemas.openxmlformats.org/drawingml/2006/table">
            <a:tbl>
              <a:tblPr/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Rectangle 3"/>
          <p:cNvSpPr txBox="1">
            <a:spLocks noChangeArrowheads="1"/>
          </p:cNvSpPr>
          <p:nvPr/>
        </p:nvSpPr>
        <p:spPr bwMode="auto">
          <a:xfrm>
            <a:off x="7239000" y="2286000"/>
            <a:ext cx="2743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09538" indent="14288"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w = D</a:t>
            </a:r>
          </a:p>
          <a:p>
            <a:pPr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COST = 0 + 30 =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30  </a:t>
            </a:r>
          </a:p>
          <a:p>
            <a:pPr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TOUR = {(A,D)}</a:t>
            </a:r>
          </a:p>
          <a:p>
            <a:pPr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 v = D </a:t>
            </a:r>
          </a:p>
          <a:p>
            <a:pPr marL="273050" indent="-273050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1600200" y="4343400"/>
            <a:ext cx="3124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Bước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3 </a:t>
            </a:r>
            <a:r>
              <a:rPr lang="en-US" sz="2800" dirty="0" err="1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với</a:t>
            </a:r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k = 2:</a:t>
            </a: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7848600" y="4191000"/>
            <a:ext cx="2819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09538" indent="14288"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w =E</a:t>
            </a:r>
          </a:p>
          <a:p>
            <a:pPr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COST = 30+50 =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80 </a:t>
            </a:r>
          </a:p>
          <a:p>
            <a:pPr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TOUR = {(A,D), (D,E)}</a:t>
            </a:r>
          </a:p>
          <a:p>
            <a:pPr>
              <a:defRPr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 v = E </a:t>
            </a:r>
          </a:p>
          <a:p>
            <a:pPr marL="273050" indent="-273050" algn="just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1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2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/>
      <p:bldP spid="14" grpId="0" animBg="1"/>
      <p:bldP spid="15" grpId="0"/>
      <p:bldP spid="18" grpId="0" animBg="1"/>
      <p:bldP spid="19" grpId="0"/>
      <p:bldP spid="23" grpId="0" animBg="1"/>
      <p:bldP spid="24" grpId="0"/>
      <p:bldP spid="29" grpId="0" animBg="1"/>
      <p:bldP spid="30" grpId="0"/>
      <p:bldP spid="34" grpId="0" animBg="1"/>
      <p:bldP spid="36" grpId="0" animBg="1"/>
      <p:bldP spid="37" grpId="0"/>
      <p:bldP spid="39" grpId="0" animBg="1"/>
      <p:bldP spid="40" grpId="0"/>
      <p:bldP spid="42" grpId="0" animBg="1"/>
      <p:bldP spid="43" grpId="0"/>
      <p:bldP spid="45" grpId="0" animBg="1"/>
      <p:bldP spid="46" grpId="0"/>
      <p:bldP spid="48" grpId="0" animBg="1"/>
      <p:bldP spid="49" grpId="0"/>
      <p:bldP spid="56" grpId="0"/>
      <p:bldP spid="57" grpId="0"/>
      <p:bldP spid="5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18F2297F-133B-481E-9EC6-0E0C592826CF}" type="slidenum">
              <a:rPr lang="en-US" altLang="en-US" smtClean="0">
                <a:latin typeface="Garamond" pitchFamily="18" charset="0"/>
              </a:rPr>
              <a:pPr eaLnBrk="1" hangingPunct="1"/>
              <a:t>77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44725" y="2338388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cxnSp>
        <p:nvCxnSpPr>
          <p:cNvPr id="35" name="Straight Connector 34"/>
          <p:cNvCxnSpPr>
            <a:endCxn id="36" idx="3"/>
          </p:cNvCxnSpPr>
          <p:nvPr/>
        </p:nvCxnSpPr>
        <p:spPr>
          <a:xfrm flipV="1">
            <a:off x="5486400" y="1674813"/>
            <a:ext cx="992188" cy="8636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400800" y="1219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5791200" y="16764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150</a:t>
            </a:r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5486400" y="2362200"/>
            <a:ext cx="1295400" cy="1905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781800" y="2057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5867400" y="2133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130</a:t>
            </a:r>
          </a:p>
        </p:txBody>
      </p:sp>
      <p:cxnSp>
        <p:nvCxnSpPr>
          <p:cNvPr id="41" name="Straight Connector 40"/>
          <p:cNvCxnSpPr>
            <a:stCxn id="34" idx="6"/>
          </p:cNvCxnSpPr>
          <p:nvPr/>
        </p:nvCxnSpPr>
        <p:spPr>
          <a:xfrm flipV="1">
            <a:off x="2778126" y="2590800"/>
            <a:ext cx="803275" cy="1428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42" name="Oval 41"/>
          <p:cNvSpPr/>
          <p:nvPr/>
        </p:nvSpPr>
        <p:spPr>
          <a:xfrm>
            <a:off x="3581400" y="23622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2895600" y="227806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30</a:t>
            </a:r>
          </a:p>
        </p:txBody>
      </p:sp>
      <p:cxnSp>
        <p:nvCxnSpPr>
          <p:cNvPr id="44" name="Straight Connector 43"/>
          <p:cNvCxnSpPr>
            <a:stCxn id="42" idx="6"/>
          </p:cNvCxnSpPr>
          <p:nvPr/>
        </p:nvCxnSpPr>
        <p:spPr>
          <a:xfrm flipV="1">
            <a:off x="4114800" y="2590800"/>
            <a:ext cx="838200" cy="381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45" name="Oval 44"/>
          <p:cNvSpPr/>
          <p:nvPr/>
        </p:nvSpPr>
        <p:spPr>
          <a:xfrm>
            <a:off x="4953000" y="23622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419600" y="2293939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cxnSp>
        <p:nvCxnSpPr>
          <p:cNvPr id="47" name="Straight Connector 46"/>
          <p:cNvCxnSpPr>
            <a:stCxn id="45" idx="6"/>
          </p:cNvCxnSpPr>
          <p:nvPr/>
        </p:nvCxnSpPr>
        <p:spPr>
          <a:xfrm>
            <a:off x="5486400" y="2628900"/>
            <a:ext cx="1219200" cy="4191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629400" y="2895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5943600" y="260191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200</a:t>
            </a:r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1635126" y="1252538"/>
            <a:ext cx="3546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3200" b="1">
                <a:cs typeface="Times New Roman" pitchFamily="18" charset="0"/>
              </a:rPr>
              <a:t>Bước 3 </a:t>
            </a:r>
            <a:r>
              <a:rPr lang="en-US" sz="3200">
                <a:cs typeface="Times New Roman" pitchFamily="18" charset="0"/>
              </a:rPr>
              <a:t>với k = 3:</a:t>
            </a: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7315200" y="1905000"/>
            <a:ext cx="2819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09538" indent="14288">
              <a:defRPr/>
            </a:pPr>
            <a:r>
              <a:rPr lang="en-US" dirty="0">
                <a:cs typeface="Times New Roman" pitchFamily="18" charset="0"/>
              </a:rPr>
              <a:t>w = C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COST = 80 + </a:t>
            </a:r>
            <a:r>
              <a:rPr lang="en-US" b="1" dirty="0">
                <a:cs typeface="Times New Roman" pitchFamily="18" charset="0"/>
              </a:rPr>
              <a:t>130=210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TOUR = {(A,D), (D,E), (E,C)}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 v = C </a:t>
            </a:r>
          </a:p>
          <a:p>
            <a:pPr marL="273050" indent="-273050" algn="just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endParaRPr lang="en-US" dirty="0">
              <a:cs typeface="Times New Roman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168525" y="4014788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cxnSp>
        <p:nvCxnSpPr>
          <p:cNvPr id="67" name="Straight Connector 66"/>
          <p:cNvCxnSpPr>
            <a:stCxn id="71" idx="6"/>
            <a:endCxn id="68" idx="3"/>
          </p:cNvCxnSpPr>
          <p:nvPr/>
        </p:nvCxnSpPr>
        <p:spPr>
          <a:xfrm flipV="1">
            <a:off x="6019800" y="3960814"/>
            <a:ext cx="763588" cy="344487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6705600" y="3505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</a:t>
            </a:r>
          </a:p>
        </p:txBody>
      </p: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6096000" y="387985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20</a:t>
            </a:r>
          </a:p>
        </p:txBody>
      </p:sp>
      <p:cxnSp>
        <p:nvCxnSpPr>
          <p:cNvPr id="70" name="Straight Connector 69"/>
          <p:cNvCxnSpPr/>
          <p:nvPr/>
        </p:nvCxnSpPr>
        <p:spPr>
          <a:xfrm flipV="1">
            <a:off x="4876800" y="4267200"/>
            <a:ext cx="609600" cy="381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71" name="Oval 70"/>
          <p:cNvSpPr/>
          <p:nvPr/>
        </p:nvSpPr>
        <p:spPr>
          <a:xfrm>
            <a:off x="5486400" y="40386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4876800" y="396875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130</a:t>
            </a:r>
          </a:p>
        </p:txBody>
      </p:sp>
      <p:cxnSp>
        <p:nvCxnSpPr>
          <p:cNvPr id="73" name="Straight Connector 72"/>
          <p:cNvCxnSpPr>
            <a:stCxn id="66" idx="6"/>
          </p:cNvCxnSpPr>
          <p:nvPr/>
        </p:nvCxnSpPr>
        <p:spPr>
          <a:xfrm flipV="1">
            <a:off x="2701926" y="4267200"/>
            <a:ext cx="574675" cy="1428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74" name="Oval 73"/>
          <p:cNvSpPr/>
          <p:nvPr/>
        </p:nvSpPr>
        <p:spPr>
          <a:xfrm>
            <a:off x="3276600" y="40386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2724150" y="395446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30</a:t>
            </a:r>
          </a:p>
        </p:txBody>
      </p:sp>
      <p:cxnSp>
        <p:nvCxnSpPr>
          <p:cNvPr id="76" name="Straight Connector 75"/>
          <p:cNvCxnSpPr>
            <a:stCxn id="74" idx="6"/>
          </p:cNvCxnSpPr>
          <p:nvPr/>
        </p:nvCxnSpPr>
        <p:spPr>
          <a:xfrm flipV="1">
            <a:off x="3810000" y="4267200"/>
            <a:ext cx="533400" cy="381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77" name="Oval 76"/>
          <p:cNvSpPr/>
          <p:nvPr/>
        </p:nvSpPr>
        <p:spPr>
          <a:xfrm>
            <a:off x="4343400" y="40386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</a:t>
            </a: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3810000" y="397351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cxnSp>
        <p:nvCxnSpPr>
          <p:cNvPr id="79" name="Straight Connector 78"/>
          <p:cNvCxnSpPr/>
          <p:nvPr/>
        </p:nvCxnSpPr>
        <p:spPr>
          <a:xfrm>
            <a:off x="6019800" y="4343400"/>
            <a:ext cx="800100" cy="2286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781800" y="4419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6096000" y="4419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30</a:t>
            </a:r>
          </a:p>
        </p:txBody>
      </p:sp>
      <p:sp>
        <p:nvSpPr>
          <p:cNvPr id="82" name="Rectangle 3"/>
          <p:cNvSpPr txBox="1">
            <a:spLocks noChangeArrowheads="1"/>
          </p:cNvSpPr>
          <p:nvPr/>
        </p:nvSpPr>
        <p:spPr bwMode="auto">
          <a:xfrm>
            <a:off x="1635126" y="3124200"/>
            <a:ext cx="3546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3200" b="1">
                <a:cs typeface="Times New Roman" pitchFamily="18" charset="0"/>
              </a:rPr>
              <a:t>Bước 3 </a:t>
            </a:r>
            <a:r>
              <a:rPr lang="en-US" sz="3200">
                <a:cs typeface="Times New Roman" pitchFamily="18" charset="0"/>
              </a:rPr>
              <a:t>với k = 4:</a:t>
            </a:r>
          </a:p>
        </p:txBody>
      </p:sp>
      <p:sp>
        <p:nvSpPr>
          <p:cNvPr id="83" name="Rectangle 3"/>
          <p:cNvSpPr txBox="1">
            <a:spLocks noChangeArrowheads="1"/>
          </p:cNvSpPr>
          <p:nvPr/>
        </p:nvSpPr>
        <p:spPr bwMode="auto">
          <a:xfrm>
            <a:off x="7323138" y="3352800"/>
            <a:ext cx="2819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09538" indent="14288">
              <a:defRPr/>
            </a:pPr>
            <a:r>
              <a:rPr lang="en-US" dirty="0">
                <a:cs typeface="Times New Roman" pitchFamily="18" charset="0"/>
              </a:rPr>
              <a:t>w = B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COST = 210 + 20=</a:t>
            </a:r>
            <a:r>
              <a:rPr lang="en-US" b="1" dirty="0">
                <a:cs typeface="Times New Roman" pitchFamily="18" charset="0"/>
              </a:rPr>
              <a:t>230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TOUR = {(A,D), (D,E), (E,C), (C,B)}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 v = B </a:t>
            </a:r>
          </a:p>
          <a:p>
            <a:pPr marL="273050" indent="-273050" algn="just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endParaRPr lang="en-US" dirty="0">
              <a:cs typeface="Times New Roman" pitchFamily="18" charset="0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1711325" y="5408613"/>
            <a:ext cx="533400" cy="4328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cxnSp>
        <p:nvCxnSpPr>
          <p:cNvPr id="126" name="Straight Connector 125"/>
          <p:cNvCxnSpPr>
            <a:stCxn id="130" idx="6"/>
          </p:cNvCxnSpPr>
          <p:nvPr/>
        </p:nvCxnSpPr>
        <p:spPr>
          <a:xfrm>
            <a:off x="5562600" y="5648827"/>
            <a:ext cx="533400" cy="1219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27" name="Oval 126"/>
          <p:cNvSpPr/>
          <p:nvPr/>
        </p:nvSpPr>
        <p:spPr>
          <a:xfrm>
            <a:off x="6096000" y="5356225"/>
            <a:ext cx="533400" cy="4328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</a:t>
            </a:r>
          </a:p>
        </p:txBody>
      </p:sp>
      <p:sp>
        <p:nvSpPr>
          <p:cNvPr id="128" name="TextBox 127"/>
          <p:cNvSpPr txBox="1">
            <a:spLocks noChangeArrowheads="1"/>
          </p:cNvSpPr>
          <p:nvPr/>
        </p:nvSpPr>
        <p:spPr bwMode="auto">
          <a:xfrm>
            <a:off x="5576888" y="5346700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dirty="0">
                <a:latin typeface="Arial" pitchFamily="34" charset="0"/>
              </a:rPr>
              <a:t>20</a:t>
            </a:r>
          </a:p>
        </p:txBody>
      </p:sp>
      <p:cxnSp>
        <p:nvCxnSpPr>
          <p:cNvPr id="129" name="Straight Connector 128"/>
          <p:cNvCxnSpPr/>
          <p:nvPr/>
        </p:nvCxnSpPr>
        <p:spPr>
          <a:xfrm flipV="1">
            <a:off x="4419600" y="5661025"/>
            <a:ext cx="609600" cy="381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0" name="Oval 129"/>
          <p:cNvSpPr/>
          <p:nvPr/>
        </p:nvSpPr>
        <p:spPr>
          <a:xfrm>
            <a:off x="5029200" y="5432425"/>
            <a:ext cx="533400" cy="4328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</a:t>
            </a:r>
          </a:p>
        </p:txBody>
      </p:sp>
      <p:sp>
        <p:nvSpPr>
          <p:cNvPr id="131" name="TextBox 130"/>
          <p:cNvSpPr txBox="1">
            <a:spLocks noChangeArrowheads="1"/>
          </p:cNvSpPr>
          <p:nvPr/>
        </p:nvSpPr>
        <p:spPr bwMode="auto">
          <a:xfrm>
            <a:off x="4419600" y="5362575"/>
            <a:ext cx="609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130</a:t>
            </a:r>
          </a:p>
        </p:txBody>
      </p:sp>
      <p:cxnSp>
        <p:nvCxnSpPr>
          <p:cNvPr id="132" name="Straight Connector 131"/>
          <p:cNvCxnSpPr>
            <a:stCxn id="125" idx="6"/>
          </p:cNvCxnSpPr>
          <p:nvPr/>
        </p:nvCxnSpPr>
        <p:spPr>
          <a:xfrm>
            <a:off x="2244725" y="5625015"/>
            <a:ext cx="574676" cy="3601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3" name="Oval 132"/>
          <p:cNvSpPr/>
          <p:nvPr/>
        </p:nvSpPr>
        <p:spPr>
          <a:xfrm>
            <a:off x="2819400" y="5432425"/>
            <a:ext cx="533400" cy="4328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</a:p>
        </p:txBody>
      </p:sp>
      <p:sp>
        <p:nvSpPr>
          <p:cNvPr id="134" name="TextBox 133"/>
          <p:cNvSpPr txBox="1">
            <a:spLocks noChangeArrowheads="1"/>
          </p:cNvSpPr>
          <p:nvPr/>
        </p:nvSpPr>
        <p:spPr bwMode="auto">
          <a:xfrm>
            <a:off x="2266950" y="5348289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30</a:t>
            </a:r>
          </a:p>
        </p:txBody>
      </p:sp>
      <p:cxnSp>
        <p:nvCxnSpPr>
          <p:cNvPr id="135" name="Straight Connector 134"/>
          <p:cNvCxnSpPr>
            <a:stCxn id="133" idx="6"/>
          </p:cNvCxnSpPr>
          <p:nvPr/>
        </p:nvCxnSpPr>
        <p:spPr>
          <a:xfrm>
            <a:off x="3352800" y="5648827"/>
            <a:ext cx="533400" cy="1219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6" name="Oval 135"/>
          <p:cNvSpPr/>
          <p:nvPr/>
        </p:nvSpPr>
        <p:spPr>
          <a:xfrm>
            <a:off x="3886200" y="5432425"/>
            <a:ext cx="533400" cy="4328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</a:t>
            </a:r>
          </a:p>
        </p:txBody>
      </p:sp>
      <p:sp>
        <p:nvSpPr>
          <p:cNvPr id="137" name="TextBox 136"/>
          <p:cNvSpPr txBox="1">
            <a:spLocks noChangeArrowheads="1"/>
          </p:cNvSpPr>
          <p:nvPr/>
        </p:nvSpPr>
        <p:spPr bwMode="auto">
          <a:xfrm>
            <a:off x="3352800" y="5367339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cxnSp>
        <p:nvCxnSpPr>
          <p:cNvPr id="138" name="Straight Connector 137"/>
          <p:cNvCxnSpPr/>
          <p:nvPr/>
        </p:nvCxnSpPr>
        <p:spPr>
          <a:xfrm>
            <a:off x="6604518" y="5544136"/>
            <a:ext cx="533400" cy="30480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7088706" y="5737811"/>
            <a:ext cx="533400" cy="4328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</a:t>
            </a:r>
          </a:p>
        </p:txBody>
      </p:sp>
      <p:sp>
        <p:nvSpPr>
          <p:cNvPr id="140" name="TextBox 139"/>
          <p:cNvSpPr txBox="1">
            <a:spLocks noChangeArrowheads="1"/>
          </p:cNvSpPr>
          <p:nvPr/>
        </p:nvSpPr>
        <p:spPr bwMode="auto">
          <a:xfrm>
            <a:off x="6680718" y="5391736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sp>
        <p:nvSpPr>
          <p:cNvPr id="141" name="Rectangle 3"/>
          <p:cNvSpPr txBox="1">
            <a:spLocks noChangeArrowheads="1"/>
          </p:cNvSpPr>
          <p:nvPr/>
        </p:nvSpPr>
        <p:spPr bwMode="auto">
          <a:xfrm>
            <a:off x="1635126" y="4724400"/>
            <a:ext cx="32416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3200" b="1">
                <a:cs typeface="Times New Roman" pitchFamily="18" charset="0"/>
              </a:rPr>
              <a:t>Bước 3 </a:t>
            </a:r>
            <a:r>
              <a:rPr lang="en-US" sz="3200">
                <a:cs typeface="Times New Roman" pitchFamily="18" charset="0"/>
              </a:rPr>
              <a:t>với k = 5:</a:t>
            </a:r>
          </a:p>
        </p:txBody>
      </p:sp>
      <p:sp>
        <p:nvSpPr>
          <p:cNvPr id="142" name="Rectangle 3"/>
          <p:cNvSpPr txBox="1">
            <a:spLocks noChangeArrowheads="1"/>
          </p:cNvSpPr>
          <p:nvPr/>
        </p:nvSpPr>
        <p:spPr bwMode="auto">
          <a:xfrm>
            <a:off x="7799388" y="4836026"/>
            <a:ext cx="2819400" cy="157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09538" indent="14288">
              <a:defRPr/>
            </a:pPr>
            <a:r>
              <a:rPr lang="en-US" dirty="0">
                <a:cs typeface="Times New Roman" pitchFamily="18" charset="0"/>
              </a:rPr>
              <a:t>w = F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COST = 230 + 50=</a:t>
            </a:r>
            <a:r>
              <a:rPr lang="en-US" b="1" dirty="0">
                <a:cs typeface="Times New Roman" pitchFamily="18" charset="0"/>
              </a:rPr>
              <a:t>280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TOUR = {(A,D), (D,E), (E,C), (C,B),(B,F)}</a:t>
            </a: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   v = F </a:t>
            </a:r>
          </a:p>
          <a:p>
            <a:pPr marL="273050" indent="-273050" algn="just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endParaRPr lang="en-US" dirty="0">
              <a:cs typeface="Times New Roman" pitchFamily="18" charset="0"/>
            </a:endParaRPr>
          </a:p>
        </p:txBody>
      </p:sp>
      <p:sp>
        <p:nvSpPr>
          <p:cNvPr id="156731" name="Rectangle 2"/>
          <p:cNvSpPr>
            <a:spLocks noChangeArrowheads="1"/>
          </p:cNvSpPr>
          <p:nvPr/>
        </p:nvSpPr>
        <p:spPr bwMode="auto">
          <a:xfrm>
            <a:off x="1828800" y="142876"/>
            <a:ext cx="40386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>
                <a:solidFill>
                  <a:srgbClr val="005028"/>
                </a:solidFill>
                <a:latin typeface="Tahoma" pitchFamily="34" charset="0"/>
              </a:rPr>
              <a:t>Ví dụ</a:t>
            </a:r>
          </a:p>
        </p:txBody>
      </p:sp>
      <p:graphicFrame>
        <p:nvGraphicFramePr>
          <p:cNvPr id="608381" name="Group 125"/>
          <p:cNvGraphicFramePr>
            <a:graphicFrameLocks noGrp="1"/>
          </p:cNvGraphicFramePr>
          <p:nvPr/>
        </p:nvGraphicFramePr>
        <p:xfrm>
          <a:off x="7323138" y="147638"/>
          <a:ext cx="3116262" cy="1835148"/>
        </p:xfrm>
        <a:graphic>
          <a:graphicData uri="http://schemas.openxmlformats.org/drawingml/2006/table">
            <a:tbl>
              <a:tblPr/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76FC27B-AA43-9973-B2D3-954D64A2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7248"/>
            <a:ext cx="12192000" cy="540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1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0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8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3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6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7" grpId="0"/>
      <p:bldP spid="39" grpId="0" animBg="1"/>
      <p:bldP spid="40" grpId="0"/>
      <p:bldP spid="42" grpId="0" animBg="1"/>
      <p:bldP spid="43" grpId="0"/>
      <p:bldP spid="45" grpId="0" animBg="1"/>
      <p:bldP spid="46" grpId="0"/>
      <p:bldP spid="48" grpId="0" animBg="1"/>
      <p:bldP spid="49" grpId="0"/>
      <p:bldP spid="57" grpId="0"/>
      <p:bldP spid="58" grpId="0"/>
      <p:bldP spid="66" grpId="0" animBg="1"/>
      <p:bldP spid="68" grpId="0" animBg="1"/>
      <p:bldP spid="69" grpId="0"/>
      <p:bldP spid="71" grpId="0" animBg="1"/>
      <p:bldP spid="72" grpId="0"/>
      <p:bldP spid="74" grpId="0" animBg="1"/>
      <p:bldP spid="75" grpId="0"/>
      <p:bldP spid="77" grpId="0" animBg="1"/>
      <p:bldP spid="78" grpId="0"/>
      <p:bldP spid="80" grpId="0" animBg="1"/>
      <p:bldP spid="81" grpId="0"/>
      <p:bldP spid="82" grpId="0"/>
      <p:bldP spid="83" grpId="0"/>
      <p:bldP spid="125" grpId="0" animBg="1"/>
      <p:bldP spid="127" grpId="0" animBg="1"/>
      <p:bldP spid="128" grpId="0"/>
      <p:bldP spid="130" grpId="0" animBg="1"/>
      <p:bldP spid="131" grpId="0"/>
      <p:bldP spid="133" grpId="0" animBg="1"/>
      <p:bldP spid="134" grpId="0"/>
      <p:bldP spid="136" grpId="0" animBg="1"/>
      <p:bldP spid="137" grpId="0"/>
      <p:bldP spid="139" grpId="0" animBg="1"/>
      <p:bldP spid="140" grpId="0"/>
      <p:bldP spid="141" grpId="0"/>
      <p:bldP spid="14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884D2C71-5A3D-49BC-A235-D792E1FD297B}" type="slidenum">
              <a:rPr lang="en-US" altLang="en-US" smtClean="0">
                <a:latin typeface="Garamond" pitchFamily="18" charset="0"/>
              </a:rPr>
              <a:pPr eaLnBrk="1" hangingPunct="1"/>
              <a:t>78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1600200" y="1295400"/>
            <a:ext cx="5722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3200" b="1" dirty="0" err="1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Bước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4: 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[Quay </a:t>
            </a:r>
            <a:r>
              <a:rPr lang="en-US" sz="3200" dirty="0" err="1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về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điểm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X.phát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]</a:t>
            </a:r>
          </a:p>
        </p:txBody>
      </p:sp>
      <p:sp>
        <p:nvSpPr>
          <p:cNvPr id="125" name="Oval 124"/>
          <p:cNvSpPr/>
          <p:nvPr/>
        </p:nvSpPr>
        <p:spPr>
          <a:xfrm>
            <a:off x="2057400" y="3570288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cxnSp>
        <p:nvCxnSpPr>
          <p:cNvPr id="126" name="Straight Connector 125"/>
          <p:cNvCxnSpPr/>
          <p:nvPr/>
        </p:nvCxnSpPr>
        <p:spPr>
          <a:xfrm rot="5400000">
            <a:off x="5410201" y="2971801"/>
            <a:ext cx="762000" cy="3175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27" name="Oval 126"/>
          <p:cNvSpPr/>
          <p:nvPr/>
        </p:nvSpPr>
        <p:spPr>
          <a:xfrm>
            <a:off x="5562600" y="33528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B</a:t>
            </a:r>
          </a:p>
        </p:txBody>
      </p:sp>
      <p:sp>
        <p:nvSpPr>
          <p:cNvPr id="128" name="TextBox 127"/>
          <p:cNvSpPr txBox="1">
            <a:spLocks noChangeArrowheads="1"/>
          </p:cNvSpPr>
          <p:nvPr/>
        </p:nvSpPr>
        <p:spPr bwMode="auto">
          <a:xfrm>
            <a:off x="5791200" y="2743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20</a:t>
            </a:r>
          </a:p>
        </p:txBody>
      </p:sp>
      <p:cxnSp>
        <p:nvCxnSpPr>
          <p:cNvPr id="129" name="Straight Connector 128"/>
          <p:cNvCxnSpPr/>
          <p:nvPr/>
        </p:nvCxnSpPr>
        <p:spPr>
          <a:xfrm>
            <a:off x="4724400" y="2247900"/>
            <a:ext cx="762000" cy="381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0" name="Oval 129"/>
          <p:cNvSpPr/>
          <p:nvPr/>
        </p:nvSpPr>
        <p:spPr>
          <a:xfrm>
            <a:off x="5486400" y="20574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</a:t>
            </a:r>
          </a:p>
        </p:txBody>
      </p:sp>
      <p:sp>
        <p:nvSpPr>
          <p:cNvPr id="131" name="TextBox 130"/>
          <p:cNvSpPr txBox="1">
            <a:spLocks noChangeArrowheads="1"/>
          </p:cNvSpPr>
          <p:nvPr/>
        </p:nvSpPr>
        <p:spPr bwMode="auto">
          <a:xfrm>
            <a:off x="4724400" y="1752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130</a:t>
            </a:r>
          </a:p>
        </p:txBody>
      </p:sp>
      <p:cxnSp>
        <p:nvCxnSpPr>
          <p:cNvPr id="132" name="Straight Connector 131"/>
          <p:cNvCxnSpPr>
            <a:stCxn id="125" idx="6"/>
          </p:cNvCxnSpPr>
          <p:nvPr/>
        </p:nvCxnSpPr>
        <p:spPr>
          <a:xfrm flipV="1">
            <a:off x="2590800" y="2895600"/>
            <a:ext cx="533400" cy="94138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3" name="Oval 132"/>
          <p:cNvSpPr/>
          <p:nvPr/>
        </p:nvSpPr>
        <p:spPr>
          <a:xfrm>
            <a:off x="2971800" y="24384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</a:p>
        </p:txBody>
      </p:sp>
      <p:sp>
        <p:nvSpPr>
          <p:cNvPr id="134" name="TextBox 133"/>
          <p:cNvSpPr txBox="1">
            <a:spLocks noChangeArrowheads="1"/>
          </p:cNvSpPr>
          <p:nvPr/>
        </p:nvSpPr>
        <p:spPr bwMode="auto">
          <a:xfrm>
            <a:off x="2362200" y="31242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30</a:t>
            </a:r>
          </a:p>
        </p:txBody>
      </p:sp>
      <p:cxnSp>
        <p:nvCxnSpPr>
          <p:cNvPr id="135" name="Straight Connector 134"/>
          <p:cNvCxnSpPr/>
          <p:nvPr/>
        </p:nvCxnSpPr>
        <p:spPr>
          <a:xfrm flipV="1">
            <a:off x="3505200" y="2286000"/>
            <a:ext cx="685800" cy="3810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6" name="Oval 135"/>
          <p:cNvSpPr/>
          <p:nvPr/>
        </p:nvSpPr>
        <p:spPr>
          <a:xfrm>
            <a:off x="4191000" y="1981200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</a:t>
            </a:r>
          </a:p>
        </p:txBody>
      </p:sp>
      <p:sp>
        <p:nvSpPr>
          <p:cNvPr id="137" name="TextBox 136"/>
          <p:cNvSpPr txBox="1">
            <a:spLocks noChangeArrowheads="1"/>
          </p:cNvSpPr>
          <p:nvPr/>
        </p:nvSpPr>
        <p:spPr bwMode="auto">
          <a:xfrm>
            <a:off x="3429000" y="21336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cxnSp>
        <p:nvCxnSpPr>
          <p:cNvPr id="138" name="Straight Connector 137"/>
          <p:cNvCxnSpPr/>
          <p:nvPr/>
        </p:nvCxnSpPr>
        <p:spPr>
          <a:xfrm rot="10800000" flipV="1">
            <a:off x="4724400" y="3810000"/>
            <a:ext cx="914400" cy="3048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9" name="Oval 138"/>
          <p:cNvSpPr/>
          <p:nvPr/>
        </p:nvSpPr>
        <p:spPr>
          <a:xfrm>
            <a:off x="4205288" y="3900488"/>
            <a:ext cx="5334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</a:t>
            </a:r>
          </a:p>
        </p:txBody>
      </p:sp>
      <p:sp>
        <p:nvSpPr>
          <p:cNvPr id="140" name="TextBox 139"/>
          <p:cNvSpPr txBox="1">
            <a:spLocks noChangeArrowheads="1"/>
          </p:cNvSpPr>
          <p:nvPr/>
        </p:nvSpPr>
        <p:spPr bwMode="auto">
          <a:xfrm>
            <a:off x="5029200" y="3581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50</a:t>
            </a:r>
          </a:p>
        </p:txBody>
      </p:sp>
      <p:sp>
        <p:nvSpPr>
          <p:cNvPr id="142" name="Rectangle 3"/>
          <p:cNvSpPr txBox="1">
            <a:spLocks noChangeArrowheads="1"/>
          </p:cNvSpPr>
          <p:nvPr/>
        </p:nvSpPr>
        <p:spPr bwMode="auto">
          <a:xfrm>
            <a:off x="6519863" y="2122488"/>
            <a:ext cx="3810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09538" indent="14288"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COST = 280 + 200 = 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480</a:t>
            </a:r>
          </a:p>
          <a:p>
            <a:pPr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TOUR = {(A,D), (D,E), (E,C), (C,B),(B,F), (F,A)}</a:t>
            </a:r>
          </a:p>
          <a:p>
            <a:pPr>
              <a:defRPr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cs typeface="Times New Roman" pitchFamily="18" charset="0"/>
              </a:rPr>
              <a:t>  </a:t>
            </a:r>
          </a:p>
        </p:txBody>
      </p:sp>
      <p:cxnSp>
        <p:nvCxnSpPr>
          <p:cNvPr id="85" name="Straight Connector 84"/>
          <p:cNvCxnSpPr/>
          <p:nvPr/>
        </p:nvCxnSpPr>
        <p:spPr>
          <a:xfrm rot="10800000">
            <a:off x="2590800" y="3962400"/>
            <a:ext cx="1600200" cy="228600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3048000" y="3733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>
                <a:latin typeface="Arial" pitchFamily="34" charset="0"/>
              </a:rPr>
              <a:t>200</a:t>
            </a:r>
          </a:p>
        </p:txBody>
      </p:sp>
      <p:sp>
        <p:nvSpPr>
          <p:cNvPr id="88" name="Rectangle 3"/>
          <p:cNvSpPr txBox="1">
            <a:spLocks noChangeArrowheads="1"/>
          </p:cNvSpPr>
          <p:nvPr/>
        </p:nvSpPr>
        <p:spPr bwMode="auto">
          <a:xfrm rot="-787640">
            <a:off x="2034169" y="4167719"/>
            <a:ext cx="7588250" cy="138758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Chi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phí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trên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có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thấp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nhất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?</a:t>
            </a:r>
          </a:p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Thành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phố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xuất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phát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C: Chi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phí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có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giống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phố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xuất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phát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A?</a:t>
            </a:r>
          </a:p>
        </p:txBody>
      </p:sp>
      <p:sp>
        <p:nvSpPr>
          <p:cNvPr id="157722" name="Rectangle 2"/>
          <p:cNvSpPr>
            <a:spLocks noChangeArrowheads="1"/>
          </p:cNvSpPr>
          <p:nvPr/>
        </p:nvSpPr>
        <p:spPr bwMode="auto">
          <a:xfrm>
            <a:off x="1828800" y="142876"/>
            <a:ext cx="40386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Ví</a:t>
            </a:r>
            <a:r>
              <a:rPr lang="en-US" sz="4400" b="1" dirty="0">
                <a:solidFill>
                  <a:srgbClr val="0070C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dụ</a:t>
            </a:r>
            <a:endParaRPr lang="en-US" sz="4400" b="1" dirty="0">
              <a:solidFill>
                <a:srgbClr val="0070C0"/>
              </a:solidFill>
              <a:latin typeface="Tahoma" pitchFamily="34" charset="0"/>
            </a:endParaRPr>
          </a:p>
        </p:txBody>
      </p:sp>
      <p:graphicFrame>
        <p:nvGraphicFramePr>
          <p:cNvPr id="609372" name="Group 92"/>
          <p:cNvGraphicFramePr>
            <a:graphicFrameLocks noGrp="1"/>
          </p:cNvGraphicFramePr>
          <p:nvPr/>
        </p:nvGraphicFramePr>
        <p:xfrm>
          <a:off x="7323138" y="147638"/>
          <a:ext cx="3116262" cy="1835148"/>
        </p:xfrm>
        <a:graphic>
          <a:graphicData uri="http://schemas.openxmlformats.org/drawingml/2006/table">
            <a:tbl>
              <a:tblPr/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144" marR="9144" marT="9145" marB="91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D64A3E2-6D69-42B0-33C6-5351F4688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1310"/>
            <a:ext cx="12192000" cy="64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125" grpId="0" animBg="1"/>
      <p:bldP spid="127" grpId="0" animBg="1"/>
      <p:bldP spid="128" grpId="0"/>
      <p:bldP spid="130" grpId="0" animBg="1"/>
      <p:bldP spid="131" grpId="0"/>
      <p:bldP spid="133" grpId="0" animBg="1"/>
      <p:bldP spid="134" grpId="0"/>
      <p:bldP spid="136" grpId="0" animBg="1"/>
      <p:bldP spid="137" grpId="0"/>
      <p:bldP spid="139" grpId="0" animBg="1"/>
      <p:bldP spid="140" grpId="0"/>
      <p:bldP spid="142" grpId="0"/>
      <p:bldP spid="87" grpId="0"/>
      <p:bldP spid="8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710CB2B6-0B9E-44AE-B4D9-FB37C5EEE835}" type="slidenum">
              <a:rPr lang="en-US" altLang="en-US" smtClean="0">
                <a:latin typeface="Garamond" pitchFamily="18" charset="0"/>
              </a:rPr>
              <a:pPr eaLnBrk="1" hangingPunct="1"/>
              <a:t>79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59749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52400" y="1016276"/>
            <a:ext cx="11849100" cy="1295400"/>
          </a:xfrm>
        </p:spPr>
        <p:txBody>
          <a:bodyPr/>
          <a:lstStyle/>
          <a:p>
            <a:pPr marL="273050" indent="-273050" eaLnBrk="1" hangingPunct="1">
              <a:buNone/>
            </a:pP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Đầu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vào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Ma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trận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C,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mảng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V = {v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v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…,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</a:t>
            </a:r>
            <a:r>
              <a:rPr lang="en-US" baseline="-25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}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chứa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đỉnh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xuất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phát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73050" indent="-273050" eaLnBrk="1" hangingPunct="1">
              <a:buNone/>
            </a:pP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Đầu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ra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trình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tốt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nhất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tương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ứng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với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đỉnh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xuất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phát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trên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</a:p>
        </p:txBody>
      </p:sp>
      <p:sp>
        <p:nvSpPr>
          <p:cNvPr id="159750" name="Rectangle 2"/>
          <p:cNvSpPr>
            <a:spLocks noChangeArrowheads="1"/>
          </p:cNvSpPr>
          <p:nvPr/>
        </p:nvSpPr>
        <p:spPr bwMode="auto">
          <a:xfrm>
            <a:off x="1828800" y="388938"/>
            <a:ext cx="82296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Thuật</a:t>
            </a:r>
            <a:r>
              <a:rPr lang="en-US" sz="4400" b="1" dirty="0">
                <a:solidFill>
                  <a:srgbClr val="0070C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giải</a:t>
            </a:r>
            <a:r>
              <a:rPr lang="en-US" sz="4400" b="1" dirty="0">
                <a:solidFill>
                  <a:srgbClr val="0070C0"/>
                </a:solidFill>
                <a:latin typeface="Tahoma" pitchFamily="34" charset="0"/>
              </a:rPr>
              <a:t> GTS2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B3A98A-8F10-391B-70CC-65B5B18A5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068048D3-C113-A178-5410-FD5E7421B70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2362200"/>
            <a:ext cx="12039600" cy="35020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indent="-273050" algn="just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Bước</a:t>
            </a:r>
            <a:r>
              <a:rPr lang="en-US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COST =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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BEST =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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k = 0</a:t>
            </a:r>
          </a:p>
          <a:p>
            <a:pPr marL="273050" indent="-273050" algn="just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Bước</a:t>
            </a:r>
            <a:r>
              <a:rPr lang="en-US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2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Nếu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k &lt; p qua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Bước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3,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ngược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lại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dừng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73050" indent="-273050" algn="just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Bước</a:t>
            </a:r>
            <a:r>
              <a:rPr lang="en-US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3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 = k + 1</a:t>
            </a:r>
          </a:p>
          <a:p>
            <a:pPr marL="273050" indent="-273050" algn="just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Gọi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GTS1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với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phố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xuất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phát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</a:t>
            </a:r>
            <a:r>
              <a:rPr lang="en-US" baseline="-25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ta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được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chi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trình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T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</a:p>
          <a:p>
            <a:pPr marL="273050" indent="-273050" algn="just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Bước</a:t>
            </a:r>
            <a:r>
              <a:rPr lang="en-US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4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Nếu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&lt;  COST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thì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73050" indent="-273050" algn="just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	COST = C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,	BEST = T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</a:p>
          <a:p>
            <a:pPr marL="273050" indent="-273050" algn="just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Bước</a:t>
            </a:r>
            <a:r>
              <a:rPr lang="en-US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5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Quay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lại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bước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2.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"/>
            <a:ext cx="10617200" cy="914400"/>
          </a:xfrm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graphicFrame>
        <p:nvGraphicFramePr>
          <p:cNvPr id="805965" name="Group 77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286563564"/>
              </p:ext>
            </p:extLst>
          </p:nvPr>
        </p:nvGraphicFramePr>
        <p:xfrm>
          <a:off x="304800" y="919175"/>
          <a:ext cx="5943600" cy="2835274"/>
        </p:xfrm>
        <a:graphic>
          <a:graphicData uri="http://schemas.openxmlformats.org/drawingml/2006/table">
            <a:tbl>
              <a:tblPr/>
              <a:tblGrid>
                <a:gridCol w="849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9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1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1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C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  <a:sym typeface="Symbol" pitchFamily="18" charset="2"/>
                        </a:rPr>
                        <a:t></a:t>
                      </a:r>
                    </a:p>
                  </a:txBody>
                  <a:tcPr marL="9144" marR="9144" marT="9146" marB="9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1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E4864201-7088-406F-8604-F358FC39CEE6}" type="slidenum">
              <a:rPr lang="en-US" altLang="en-US" smtClean="0">
                <a:latin typeface="Garamond" pitchFamily="18" charset="0"/>
              </a:rPr>
              <a:pPr eaLnBrk="1" hangingPunct="1"/>
              <a:t>80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61864" name="Rectangle 3"/>
          <p:cNvSpPr>
            <a:spLocks noChangeArrowheads="1"/>
          </p:cNvSpPr>
          <p:nvPr/>
        </p:nvSpPr>
        <p:spPr bwMode="auto">
          <a:xfrm>
            <a:off x="685800" y="4267200"/>
            <a:ext cx="5715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5138" indent="-465138" algn="just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200" dirty="0">
                <a:solidFill>
                  <a:schemeClr val="tx2">
                    <a:lumMod val="90000"/>
                    <a:lumOff val="10000"/>
                  </a:schemeClr>
                </a:solidFill>
                <a:cs typeface="Times New Roman" pitchFamily="18" charset="0"/>
              </a:rPr>
              <a:t>P =3, V = </a:t>
            </a:r>
            <a:r>
              <a:rPr lang="en-US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itchFamily="34" charset="0"/>
              </a:rPr>
              <a:t>{A, C, E}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1AA7E0-58B0-ED31-935A-EBB62CCF6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757942-2357-1301-522F-34F84D7F95FD}"/>
              </a:ext>
            </a:extLst>
          </p:cNvPr>
          <p:cNvSpPr txBox="1">
            <a:spLocks noChangeArrowheads="1"/>
          </p:cNvSpPr>
          <p:nvPr/>
        </p:nvSpPr>
        <p:spPr>
          <a:xfrm>
            <a:off x="6362700" y="1170000"/>
            <a:ext cx="58674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</a:rPr>
              <a:t>B1: cost = </a:t>
            </a: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, best = , k =0;</a:t>
            </a: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B2: k =0 &lt; p qua B3</a:t>
            </a: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B3: k =1;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Tx/>
              <a:buNone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Gọi GTS1 với thành phố xuất phát là A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Tx/>
              <a:buNone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A  F  D  B  E  C  A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Tx/>
              <a:buNone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C</a:t>
            </a:r>
            <a:r>
              <a:rPr lang="en-US" baseline="-25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6 + 10 + 6 + 8 + 20 + 8 = 58</a:t>
            </a: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B4: do C</a:t>
            </a:r>
            <a:r>
              <a:rPr lang="en-US" sz="3000" baseline="-25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&lt; Cost nên Cost  = C</a:t>
            </a:r>
            <a:r>
              <a:rPr lang="en-US" sz="3000" baseline="-25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58</a:t>
            </a: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Best = T</a:t>
            </a:r>
            <a:r>
              <a:rPr lang="en-US" sz="3000" baseline="-25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r>
              <a:rPr lang="en-US" sz="300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A  F  D  B  E  C  A</a:t>
            </a:r>
            <a:endParaRPr lang="en-US" sz="3000" dirty="0">
              <a:solidFill>
                <a:schemeClr val="tx2">
                  <a:lumMod val="90000"/>
                  <a:lumOff val="10000"/>
                </a:schemeClr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1" name="Rectangle 2"/>
          <p:cNvSpPr>
            <a:spLocks noGrp="1" noChangeArrowheads="1"/>
          </p:cNvSpPr>
          <p:nvPr>
            <p:ph type="title"/>
          </p:nvPr>
        </p:nvSpPr>
        <p:spPr>
          <a:xfrm>
            <a:off x="369168" y="229454"/>
            <a:ext cx="8229600" cy="914400"/>
          </a:xfrm>
        </p:spPr>
        <p:txBody>
          <a:bodyPr/>
          <a:lstStyle/>
          <a:p>
            <a:pPr algn="l"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: p=3</a:t>
            </a:r>
          </a:p>
        </p:txBody>
      </p:sp>
      <p:sp>
        <p:nvSpPr>
          <p:cNvPr id="1628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233AF051-65F7-4A02-9118-367322A01670}" type="slidenum">
              <a:rPr lang="en-US" altLang="en-US" smtClean="0">
                <a:latin typeface="Garamond" pitchFamily="18" charset="0"/>
              </a:rPr>
              <a:pPr eaLnBrk="1" hangingPunct="1"/>
              <a:t>81</a:t>
            </a:fld>
            <a:endParaRPr lang="en-US" altLang="en-US">
              <a:latin typeface="Garamond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9F405-48F7-4E40-A93C-CE9CFD5B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1304"/>
            <a:ext cx="3938737" cy="20335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EF33F1-DD7A-79E6-7887-AA90414B1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C4B113-F9FF-AA46-70D0-5CE15FB72651}"/>
              </a:ext>
            </a:extLst>
          </p:cNvPr>
          <p:cNvSpPr txBox="1">
            <a:spLocks noChangeArrowheads="1"/>
          </p:cNvSpPr>
          <p:nvPr/>
        </p:nvSpPr>
        <p:spPr>
          <a:xfrm>
            <a:off x="565426" y="1143854"/>
            <a:ext cx="6063974" cy="4875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B5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B2: k =1 &lt; p</a:t>
            </a: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B3: k =2;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gọi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GTS1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với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thành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phố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xuất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phát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là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Tx/>
              <a:buNone/>
            </a:pP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</a:t>
            </a:r>
            <a:r>
              <a:rPr lang="en-US" sz="2800" baseline="-25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= C 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 A  F  D  B  E  C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Tx/>
              <a:buNone/>
            </a:pP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C</a:t>
            </a:r>
            <a:r>
              <a:rPr lang="en-US" sz="28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2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8 + 6 + 10 + 6 + 8 + 20 = 58</a:t>
            </a: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B4: do C</a:t>
            </a:r>
            <a:r>
              <a:rPr lang="en-US" sz="30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2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cost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nên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cost = C</a:t>
            </a:r>
            <a:r>
              <a:rPr lang="en-US" sz="30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; best = T</a:t>
            </a:r>
            <a:r>
              <a:rPr lang="en-US" sz="30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endParaRPr lang="en-US" sz="3000" dirty="0">
              <a:solidFill>
                <a:schemeClr val="tx2">
                  <a:lumMod val="90000"/>
                  <a:lumOff val="10000"/>
                </a:schemeClr>
              </a:solidFill>
              <a:sym typeface="Symbol" pitchFamily="18" charset="2"/>
            </a:endParaRP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B5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B2: k = 2 &lt; p;</a:t>
            </a:r>
          </a:p>
          <a:p>
            <a:pPr fontAlgn="auto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B3: k =3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gọi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GTS1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với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thành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phố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xuất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phát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là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E.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Tx/>
              <a:buNone/>
            </a:pP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T</a:t>
            </a:r>
            <a:r>
              <a:rPr lang="en-US" sz="28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3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E  F  D  B  A  C  E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Tx/>
              <a:buNone/>
            </a:pP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C</a:t>
            </a:r>
            <a:r>
              <a:rPr lang="en-US" sz="28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3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= 8 + 10 + 6 + 6 + 10 + 20 = 60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73652AC-11EA-27CA-17DA-34BD0C00E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2100" y="2478363"/>
            <a:ext cx="5486400" cy="294513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B4: do C</a:t>
            </a:r>
            <a:r>
              <a:rPr lang="en-US" sz="30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3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&gt; cost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nên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cost = C</a:t>
            </a:r>
            <a:r>
              <a:rPr lang="en-US" sz="30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; best = T</a:t>
            </a:r>
            <a:r>
              <a:rPr lang="en-US" sz="3000" baseline="-25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1</a:t>
            </a:r>
            <a:endParaRPr lang="en-US" sz="3000" dirty="0">
              <a:solidFill>
                <a:schemeClr val="tx2">
                  <a:lumMod val="90000"/>
                  <a:lumOff val="10000"/>
                </a:schemeClr>
              </a:solidFill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B2: k = 3 = p </a:t>
            </a:r>
            <a:r>
              <a:rPr lang="en-US" sz="30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dừng</a:t>
            </a:r>
            <a:r>
              <a:rPr lang="en-US" sz="30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Vậy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hành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trình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tốt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nhất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với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chi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phí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tương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ứng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là</a:t>
            </a:r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: 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T = A  F  D  B  E  C  A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Symbol" pitchFamily="18" charset="2"/>
              </a:rPr>
              <a:t>C = 6 + 10 + 6 + 8 + 20 + 8 = 58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B30FC021-2A34-4456-A39E-CDEAB427749A}" type="slidenum">
              <a:rPr lang="en-US" altLang="en-US" smtClean="0">
                <a:latin typeface="Garamond" pitchFamily="18" charset="0"/>
              </a:rPr>
              <a:pPr eaLnBrk="1" hangingPunct="1"/>
              <a:t>82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1822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7500" y="230187"/>
            <a:ext cx="8458200" cy="762000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Phân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công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công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việc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82278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04800" y="992188"/>
            <a:ext cx="11506200" cy="4873625"/>
          </a:xfrm>
        </p:spPr>
        <p:txBody>
          <a:bodyPr/>
          <a:lstStyle/>
          <a:p>
            <a:pPr marL="465138" indent="-465138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b="1" u="sng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b="1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toán 1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 n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{J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J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,…, J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 = {t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t</a:t>
            </a:r>
            <a:r>
              <a:rPr lang="en-US" baseline="-25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5138" indent="-465138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toán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phức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tạp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cao.</a:t>
            </a:r>
          </a:p>
          <a:p>
            <a:pPr marL="465138" indent="-465138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heuristic.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D9C3C2-BDEB-5295-DE54-BA4C979A9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C43A7-E061-4DEC-ADFC-D5E1FAE25694}" type="slidenum">
              <a:rPr lang="en-US" altLang="en-US" smtClean="0"/>
              <a:pPr>
                <a:defRPr/>
              </a:pPr>
              <a:t>83</a:t>
            </a:fld>
            <a:endParaRPr lang="en-US" altLang="en-US"/>
          </a:p>
        </p:txBody>
      </p:sp>
      <p:sp>
        <p:nvSpPr>
          <p:cNvPr id="183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7036"/>
            <a:ext cx="8229600" cy="685800"/>
          </a:xfrm>
          <a:noFill/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quyết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52400" y="1046163"/>
            <a:ext cx="11734800" cy="5029200"/>
          </a:xfrm>
        </p:spPr>
        <p:txBody>
          <a:bodyPr/>
          <a:lstStyle/>
          <a:p>
            <a:pPr marL="273050" indent="-27305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b="1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TH1: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73050" indent="-27305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u="sng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chiều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73050" indent="-27305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:= 0;</a:t>
            </a:r>
          </a:p>
          <a:p>
            <a:pPr marL="273050" indent="-27305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u="sng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73050" indent="-27305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:= i+1</a:t>
            </a:r>
          </a:p>
          <a:p>
            <a:pPr marL="273050" indent="-27305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73050" indent="-27305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u="sng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3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E494BB-D51F-119D-D1C7-E6605F58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FD811E8E-47F6-4F8F-84E4-B6A907F9A903}" type="slidenum">
              <a:rPr lang="en-US" altLang="en-US" smtClean="0">
                <a:latin typeface="Garamond" pitchFamily="18" charset="0"/>
              </a:rPr>
              <a:pPr eaLnBrk="1" hangingPunct="1"/>
              <a:t>84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457200" y="925512"/>
            <a:ext cx="10591800" cy="5638800"/>
          </a:xfrm>
        </p:spPr>
        <p:txBody>
          <a:bodyPr/>
          <a:lstStyle/>
          <a:p>
            <a:pPr marL="273050" indent="-273050" eaLnBrk="1" hangingPunct="1">
              <a:buNone/>
            </a:pP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n = 8  {J1, J2, J3, J4, J5, J6, J7, J8}</a:t>
            </a:r>
          </a:p>
          <a:p>
            <a:pPr marL="273050" indent="-273050" eaLnBrk="1" hangingPunct="1">
              <a:buNone/>
            </a:pP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T = {10,  6, 16, 12,  2,  4,  2,  8}, </a:t>
            </a:r>
          </a:p>
          <a:p>
            <a:pPr marL="273050" indent="-273050" eaLnBrk="1" hangingPunct="1">
              <a:buNone/>
            </a:pP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 = 3 (3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273050" indent="-273050" eaLnBrk="1" hangingPunct="1">
              <a:buNone/>
            </a:pP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273050" indent="-273050" eaLnBrk="1" hangingPunct="1">
              <a:buNone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	t(M1) = t(M2) = t(M3)  = 0</a:t>
            </a:r>
          </a:p>
          <a:p>
            <a:pPr marL="273050" indent="-273050" eaLnBrk="1" hangingPunct="1">
              <a:buNone/>
            </a:pPr>
            <a:r>
              <a:rPr lang="en-US" sz="2400" u="sng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dần</a:t>
            </a:r>
            <a:endParaRPr lang="en-US" sz="2400" dirty="0">
              <a:solidFill>
                <a:schemeClr val="tx2">
                  <a:lumMod val="90000"/>
                  <a:lumOff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273050" indent="-273050" eaLnBrk="1" hangingPunct="1">
              <a:buNone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{J3, J4, J1, J8, J2, J6, J5, J7}</a:t>
            </a:r>
          </a:p>
          <a:p>
            <a:pPr marL="273050" indent="-273050" eaLnBrk="1" hangingPunct="1">
              <a:buNone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{16, 12,10,  8,  6,  4,   2,   2}, </a:t>
            </a:r>
            <a:b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pPr marL="273050" indent="-273050" eaLnBrk="1" hangingPunct="1">
              <a:buNone/>
            </a:pPr>
            <a:r>
              <a:rPr lang="en-US" sz="2400" u="sng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1):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J3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16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t(M1) = 16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2106C-D9F4-F84D-F502-868FA2327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EAA2AB-3BFA-86F7-4904-CD640C1A82E7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7036"/>
            <a:ext cx="8229600" cy="68580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>
                <a:solidFill>
                  <a:srgbClr val="0070C0"/>
                </a:solidFill>
              </a:rPr>
              <a:t>Giải quyết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5742EEF6-9F04-47D1-968D-98ED7F26BB68}" type="slidenum">
              <a:rPr lang="en-US" altLang="en-US" smtClean="0">
                <a:latin typeface="Garamond" pitchFamily="18" charset="0"/>
              </a:rPr>
              <a:pPr eaLnBrk="1" hangingPunct="1"/>
              <a:t>85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81000" y="1295239"/>
            <a:ext cx="11913017" cy="4191161"/>
          </a:xfrm>
        </p:spPr>
        <p:txBody>
          <a:bodyPr>
            <a:normAutofit fontScale="92500"/>
          </a:bodyPr>
          <a:lstStyle/>
          <a:p>
            <a:pPr marL="273050" indent="-273050" eaLnBrk="1" hangingPunct="1">
              <a:buNone/>
            </a:pP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B3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2):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J4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12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t(M2) = 12</a:t>
            </a:r>
          </a:p>
          <a:p>
            <a:pPr marL="273050" indent="-273050" eaLnBrk="1" hangingPunct="1">
              <a:buNone/>
            </a:pP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B3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 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3):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J1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10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t(M3) = 10</a:t>
            </a:r>
          </a:p>
          <a:p>
            <a:pPr marL="273050" indent="-273050" eaLnBrk="1" hangingPunct="1">
              <a:spcBef>
                <a:spcPts val="1200"/>
              </a:spcBef>
              <a:buNone/>
            </a:pP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B3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B2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4):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J8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8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t(M3) = 10 + 8 = 18</a:t>
            </a:r>
          </a:p>
          <a:p>
            <a:pPr marL="273050" indent="-273050" eaLnBrk="1" hangingPunct="1">
              <a:spcBef>
                <a:spcPts val="1200"/>
              </a:spcBef>
              <a:buNone/>
            </a:pP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B3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B2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5):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J2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6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t(M2) = 12 + 6 = 18</a:t>
            </a:r>
          </a:p>
          <a:p>
            <a:pPr marL="273050" indent="-273050">
              <a:spcBef>
                <a:spcPts val="1200"/>
              </a:spcBef>
              <a:buNone/>
            </a:pP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B3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B2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6):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J6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t(M1) = 16 + 4 = 20</a:t>
            </a:r>
          </a:p>
          <a:p>
            <a:pPr marL="273050" indent="-273050">
              <a:spcBef>
                <a:spcPts val="1200"/>
              </a:spcBef>
              <a:buNone/>
            </a:pP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B3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B2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7):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J5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t(M2) = 18 + 2 = 20</a:t>
            </a:r>
          </a:p>
          <a:p>
            <a:pPr marL="273050" indent="-273050">
              <a:spcBef>
                <a:spcPts val="1200"/>
              </a:spcBef>
              <a:buNone/>
            </a:pP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B3</a:t>
            </a:r>
            <a:r>
              <a:rPr lang="en-US" sz="2400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B2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= 8):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J7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t(M3) = 18+2=20.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1" y="196363"/>
            <a:ext cx="3343275" cy="80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155317-07AE-C7AF-76DC-681F10A8F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7102"/>
            <a:ext cx="12192000" cy="647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C3BEB0-ACBE-C8DF-1649-F2488011ABEC}"/>
              </a:ext>
            </a:extLst>
          </p:cNvPr>
          <p:cNvSpPr txBox="1"/>
          <p:nvPr/>
        </p:nvSpPr>
        <p:spPr>
          <a:xfrm>
            <a:off x="4045053" y="4737636"/>
            <a:ext cx="4584909" cy="132343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Máy</a:t>
            </a:r>
            <a:r>
              <a:rPr lang="en-US" sz="2000" b="1" dirty="0">
                <a:solidFill>
                  <a:srgbClr val="FF0000"/>
                </a:solidFill>
              </a:rPr>
              <a:t> 1: J3, j6</a:t>
            </a:r>
          </a:p>
          <a:p>
            <a:r>
              <a:rPr lang="en-US" sz="2000" b="1" dirty="0" err="1">
                <a:solidFill>
                  <a:srgbClr val="FF0000"/>
                </a:solidFill>
              </a:rPr>
              <a:t>Máy</a:t>
            </a:r>
            <a:r>
              <a:rPr lang="en-US" sz="2000" b="1" dirty="0">
                <a:solidFill>
                  <a:srgbClr val="FF0000"/>
                </a:solidFill>
              </a:rPr>
              <a:t> 2: J4, J2, J5</a:t>
            </a:r>
          </a:p>
          <a:p>
            <a:r>
              <a:rPr lang="en-US" sz="2000" b="1" dirty="0" err="1">
                <a:solidFill>
                  <a:srgbClr val="FF0000"/>
                </a:solidFill>
              </a:rPr>
              <a:t>Máy</a:t>
            </a:r>
            <a:r>
              <a:rPr lang="en-US" sz="2000" b="1" dirty="0">
                <a:solidFill>
                  <a:srgbClr val="FF0000"/>
                </a:solidFill>
              </a:rPr>
              <a:t> 3: J1, J8, J7</a:t>
            </a:r>
          </a:p>
          <a:p>
            <a:r>
              <a:rPr lang="en-US" sz="2000" b="1" dirty="0" err="1">
                <a:solidFill>
                  <a:srgbClr val="FF0000"/>
                </a:solidFill>
              </a:rPr>
              <a:t>Với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thời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gian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hoàn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thành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công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việc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là</a:t>
            </a:r>
            <a:r>
              <a:rPr lang="en-US" sz="2000" b="1" dirty="0">
                <a:solidFill>
                  <a:srgbClr val="FF0000"/>
                </a:solidFill>
              </a:rPr>
              <a:t> 20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D01E95-EB68-0747-C14C-AE34B6D4738F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7036"/>
            <a:ext cx="8229600" cy="68580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>
                <a:solidFill>
                  <a:srgbClr val="0070C0"/>
                </a:solidFill>
              </a:rPr>
              <a:t>Giải quyết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TRÍ TUỆ NHÂN TẠO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Cách đánh giá&amp;quot;&quot;/&gt;&lt;property id=&quot;20307&quot; value=&quot;352&quot;/&gt;&lt;/object&gt;&lt;object type=&quot;3&quot; unique_id=&quot;10006&quot;&gt;&lt;property id=&quot;20148&quot; value=&quot;5&quot;/&gt;&lt;property id=&quot;20300&quot; value=&quot;Slide 3 - &amp;quot;Tài liệu tham khảo&amp;quot;&quot;/&gt;&lt;property id=&quot;20307&quot; value=&quot;663&quot;/&gt;&lt;/object&gt;&lt;object type=&quot;3&quot; unique_id=&quot;10007&quot;&gt;&lt;property id=&quot;20148&quot; value=&quot;5&quot;/&gt;&lt;property id=&quot;20300&quot; value=&quot;Slide 4 - &amp;quot;NỘI DUNG&amp;quot;&quot;/&gt;&lt;property id=&quot;20307&quot; value=&quot;355&quot;/&gt;&lt;/object&gt;&lt;object type=&quot;3&quot; unique_id=&quot;10008&quot;&gt;&lt;property id=&quot;20148&quot; value=&quot;5&quot;/&gt;&lt;property id=&quot;20300&quot; value=&quot;Slide 5 - &amp;quot;CÁC THUẬT GIẢI TÔ MÀU ĐỒ THỊ&amp;quot;&quot;/&gt;&lt;property id=&quot;20307&quot; value=&quot;354&quot;/&gt;&lt;/object&gt;&lt;object type=&quot;3&quot; unique_id=&quot;10009&quot;&gt;&lt;property id=&quot;20148&quot; value=&quot;5&quot;/&gt;&lt;property id=&quot;20300&quot; value=&quot;Slide 6 - &amp;quot;Bài toán&amp;quot;&quot;/&gt;&lt;property id=&quot;20307&quot; value=&quot;357&quot;/&gt;&lt;/object&gt;&lt;object type=&quot;3&quot; unique_id=&quot;10010&quot;&gt;&lt;property id=&quot;20148&quot; value=&quot;5&quot;/&gt;&lt;property id=&quot;20300&quot; value=&quot;Slide 7&quot;/&gt;&lt;property id=&quot;20307&quot; value=&quot;358&quot;/&gt;&lt;/object&gt;&lt;object type=&quot;3&quot; unique_id=&quot;10011&quot;&gt;&lt;property id=&quot;20148&quot; value=&quot;5&quot;/&gt;&lt;property id=&quot;20300&quot; value=&quot;Slide 8 - &amp;quot;Thuật giải tô màu “Tối ưu”&amp;quot;&quot;/&gt;&lt;property id=&quot;20307&quot; value=&quot;359&quot;/&gt;&lt;/object&gt;&lt;object type=&quot;3&quot; unique_id=&quot;10012&quot;&gt;&lt;property id=&quot;20148&quot; value=&quot;5&quot;/&gt;&lt;property id=&quot;20300&quot; value=&quot;Slide 9 - &amp;quot;Minh họa&amp;quot;&quot;/&gt;&lt;property id=&quot;20307&quot; value=&quot;360&quot;/&gt;&lt;/object&gt;&lt;object type=&quot;3&quot; unique_id=&quot;10013&quot;&gt;&lt;property id=&quot;20148&quot; value=&quot;5&quot;/&gt;&lt;property id=&quot;20300&quot; value=&quot;Slide 10&quot;/&gt;&lt;property id=&quot;20307&quot; value=&quot;361&quot;/&gt;&lt;/object&gt;&lt;object type=&quot;3&quot; unique_id=&quot;10014&quot;&gt;&lt;property id=&quot;20148&quot; value=&quot;5&quot;/&gt;&lt;property id=&quot;20300&quot; value=&quot;Slide 11 - &amp;quot;Giải quyết&amp;quot;&quot;/&gt;&lt;property id=&quot;20307&quot; value=&quot;362&quot;/&gt;&lt;/object&gt;&lt;object type=&quot;3&quot; unique_id=&quot;10015&quot;&gt;&lt;property id=&quot;20148&quot; value=&quot;5&quot;/&gt;&lt;property id=&quot;20300&quot; value=&quot;Slide 12 - &amp;quot;Giải quyết&amp;quot;&quot;/&gt;&lt;property id=&quot;20307&quot; value=&quot;664&quot;/&gt;&lt;/object&gt;&lt;object type=&quot;3&quot; unique_id=&quot;10016&quot;&gt;&lt;property id=&quot;20148&quot; value=&quot;5&quot;/&gt;&lt;property id=&quot;20300&quot; value=&quot;Slide 13&quot;/&gt;&lt;property id=&quot;20307&quot; value=&quot;363&quot;/&gt;&lt;/object&gt;&lt;object type=&quot;3&quot; unique_id=&quot;10017&quot;&gt;&lt;property id=&quot;20148&quot; value=&quot;5&quot;/&gt;&lt;property id=&quot;20300&quot; value=&quot;Slide 14 - &amp;quot;Ví dụ&amp;quot;&quot;/&gt;&lt;property id=&quot;20307&quot; value=&quot;364&quot;/&gt;&lt;/object&gt;&lt;object type=&quot;3&quot; unique_id=&quot;10018&quot;&gt;&lt;property id=&quot;20148&quot; value=&quot;5&quot;/&gt;&lt;property id=&quot;20300&quot; value=&quot;Slide 15 - &amp;quot;Giải quyết&amp;quot;&quot;/&gt;&lt;property id=&quot;20307&quot; value=&quot;365&quot;/&gt;&lt;/object&gt;&lt;object type=&quot;3&quot; unique_id=&quot;10019&quot;&gt;&lt;property id=&quot;20148&quot; value=&quot;5&quot;/&gt;&lt;property id=&quot;20300&quot; value=&quot;Slide 16 - &amp;quot;Giải quyết&amp;quot;&quot;/&gt;&lt;property id=&quot;20307&quot; value=&quot;586&quot;/&gt;&lt;/object&gt;&lt;object type=&quot;3&quot; unique_id=&quot;10020&quot;&gt;&lt;property id=&quot;20148&quot; value=&quot;5&quot;/&gt;&lt;property id=&quot;20300&quot; value=&quot;Slide 17 - &amp;quot;Giải quyết&amp;quot;&quot;/&gt;&lt;property id=&quot;20307&quot; value=&quot;366&quot;/&gt;&lt;/object&gt;&lt;object type=&quot;3&quot; unique_id=&quot;10021&quot;&gt;&lt;property id=&quot;20148&quot; value=&quot;5&quot;/&gt;&lt;property id=&quot;20300&quot; value=&quot;Slide 18 - &amp;quot;Thuật giải tham lam (Greedy)&amp;quot;&quot;/&gt;&lt;property id=&quot;20307&quot; value=&quot;367&quot;/&gt;&lt;/object&gt;&lt;object type=&quot;3&quot; unique_id=&quot;10022&quot;&gt;&lt;property id=&quot;20148&quot; value=&quot;5&quot;/&gt;&lt;property id=&quot;20300&quot; value=&quot;Slide 19 - &amp;quot;Ví dụ&amp;quot;&quot;/&gt;&lt;property id=&quot;20307&quot; value=&quot;368&quot;/&gt;&lt;/object&gt;&lt;object type=&quot;3&quot; unique_id=&quot;10023&quot;&gt;&lt;property id=&quot;20148&quot; value=&quot;5&quot;/&gt;&lt;property id=&quot;20300&quot; value=&quot;Slide 20 - &amp;quot;Thuật giải sắp thứ tự + &amp;#x0D;&amp;#x0A;tham lam&amp;quot;&quot;/&gt;&lt;property id=&quot;20307&quot; value=&quot;369&quot;/&gt;&lt;/object&gt;&lt;object type=&quot;3&quot; unique_id=&quot;10024&quot;&gt;&lt;property id=&quot;20148&quot; value=&quot;5&quot;/&gt;&lt;property id=&quot;20300&quot; value=&quot;Slide 21 - &amp;quot;Ví dụ&amp;quot;&quot;/&gt;&lt;property id=&quot;20307&quot; value=&quot;370&quot;/&gt;&lt;/object&gt;&lt;object type=&quot;3&quot; unique_id=&quot;10025&quot;&gt;&lt;property id=&quot;20148&quot; value=&quot;5&quot;/&gt;&lt;property id=&quot;20300&quot; value=&quot;Slide 22 - &amp;quot;Ví dụ&amp;quot;&quot;/&gt;&lt;property id=&quot;20307&quot; value=&quot;371&quot;/&gt;&lt;/object&gt;&lt;object type=&quot;3&quot; unique_id=&quot;10026&quot;&gt;&lt;property id=&quot;20148&quot; value=&quot;5&quot;/&gt;&lt;property id=&quot;20300&quot; value=&quot;Slide 23 - &amp;quot;Giải quyết&amp;quot;&quot;/&gt;&lt;property id=&quot;20307&quot; value=&quot;372&quot;/&gt;&lt;/object&gt;&lt;object type=&quot;3&quot; unique_id=&quot;10027&quot;&gt;&lt;property id=&quot;20148&quot; value=&quot;5&quot;/&gt;&lt;property id=&quot;20300&quot; value=&quot;Slide 24&quot;/&gt;&lt;property id=&quot;20307&quot; value=&quot;587&quot;/&gt;&lt;/object&gt;&lt;object type=&quot;3&quot; unique_id=&quot;10028&quot;&gt;&lt;property id=&quot;20148&quot; value=&quot;5&quot;/&gt;&lt;property id=&quot;20300&quot; value=&quot;Slide 25 - &amp;quot;Ví dụ&amp;quot;&quot;/&gt;&lt;property id=&quot;20307&quot; value=&quot;622&quot;/&gt;&lt;/object&gt;&lt;object type=&quot;3&quot; unique_id=&quot;10029&quot;&gt;&lt;property id=&quot;20148&quot; value=&quot;5&quot;/&gt;&lt;property id=&quot;20300&quot; value=&quot;Slide 26 - &amp;quot;Giải quyết&amp;quot;&quot;/&gt;&lt;property id=&quot;20307&quot; value=&quot;623&quot;/&gt;&lt;/object&gt;&lt;object type=&quot;3&quot; unique_id=&quot;10030&quot;&gt;&lt;property id=&quot;20148&quot; value=&quot;5&quot;/&gt;&lt;property id=&quot;20300&quot; value=&quot;Slide 27&quot;/&gt;&lt;property id=&quot;20307&quot; value=&quot;625&quot;/&gt;&lt;/object&gt;&lt;object type=&quot;3&quot; unique_id=&quot;10031&quot;&gt;&lt;property id=&quot;20148&quot; value=&quot;5&quot;/&gt;&lt;property id=&quot;20300&quot; value=&quot;Slide 28 - &amp;quot;Ví dụ&amp;quot;&quot;/&gt;&lt;property id=&quot;20307&quot; value=&quot;373&quot;/&gt;&lt;/object&gt;&lt;object type=&quot;3&quot; unique_id=&quot;10032&quot;&gt;&lt;property id=&quot;20148&quot; value=&quot;5&quot;/&gt;&lt;property id=&quot;20300&quot; value=&quot;Slide 29 - &amp;quot;Giải quyết &amp;quot;&quot;/&gt;&lt;property id=&quot;20307&quot; value=&quot;374&quot;/&gt;&lt;/object&gt;&lt;object type=&quot;3&quot; unique_id=&quot;10033&quot;&gt;&lt;property id=&quot;20148&quot; value=&quot;5&quot;/&gt;&lt;property id=&quot;20300&quot; value=&quot;Slide 30 - &amp;quot;Giải quyết &amp;quot;&quot;/&gt;&lt;property id=&quot;20307&quot; value=&quot;588&quot;/&gt;&lt;/object&gt;&lt;object type=&quot;3&quot; unique_id=&quot;10034&quot;&gt;&lt;property id=&quot;20148&quot; value=&quot;5&quot;/&gt;&lt;property id=&quot;20300&quot; value=&quot;Slide 31 - &amp;quot;Giải quyết&amp;quot;&quot;/&gt;&lt;property id=&quot;20307&quot; value=&quot;627&quot;/&gt;&lt;/object&gt;&lt;object type=&quot;3&quot; unique_id=&quot;10035&quot;&gt;&lt;property id=&quot;20148&quot; value=&quot;5&quot;/&gt;&lt;property id=&quot;20300&quot; value=&quot;Slide 32 - &amp;quot;CÁC THUẬT TOÁN TÌM KIẾM LỜI GIẢI&amp;quot;&quot;/&gt;&lt;property id=&quot;20307&quot; value=&quot;589&quot;/&gt;&lt;/object&gt;&lt;object type=&quot;3&quot; unique_id=&quot;10036&quot;&gt;&lt;property id=&quot;20148&quot; value=&quot;5&quot;/&gt;&lt;property id=&quot;20300&quot; value=&quot;Slide 33 - &amp;quot;Nội dung&amp;quot;&quot;/&gt;&lt;property id=&quot;20307&quot; value=&quot;377&quot;/&gt;&lt;/object&gt;&lt;object type=&quot;3&quot; unique_id=&quot;10037&quot;&gt;&lt;property id=&quot;20148&quot; value=&quot;5&quot;/&gt;&lt;property id=&quot;20300&quot; value=&quot;Slide 34 - &amp;quot;Bài toán tìm kiếm&amp;quot;&quot;/&gt;&lt;property id=&quot;20307&quot; value=&quot;378&quot;/&gt;&lt;/object&gt;&lt;object type=&quot;3&quot; unique_id=&quot;10038&quot;&gt;&lt;property id=&quot;20148&quot; value=&quot;5&quot;/&gt;&lt;property id=&quot;20300&quot; value=&quot;Slide 35 - &amp;quot;Bài toán tìm kiếm&amp;quot;&quot;/&gt;&lt;property id=&quot;20307&quot; value=&quot;379&quot;/&gt;&lt;/object&gt;&lt;object type=&quot;3&quot; unique_id=&quot;10039&quot;&gt;&lt;property id=&quot;20148&quot; value=&quot;5&quot;/&gt;&lt;property id=&quot;20300&quot; value=&quot;Slide 36 - &amp;quot;Bài toán tìm kiếm&amp;quot;&quot;/&gt;&lt;property id=&quot;20307&quot; value=&quot;590&quot;/&gt;&lt;/object&gt;&lt;object type=&quot;3&quot; unique_id=&quot;10040&quot;&gt;&lt;property id=&quot;20148&quot; value=&quot;5&quot;/&gt;&lt;property id=&quot;20300&quot; value=&quot;Slide 37&quot;/&gt;&lt;property id=&quot;20307&quot; value=&quot;380&quot;/&gt;&lt;/object&gt;&lt;object type=&quot;3&quot; unique_id=&quot;10041&quot;&gt;&lt;property id=&quot;20148&quot; value=&quot;5&quot;/&gt;&lt;property id=&quot;20300&quot; value=&quot;Slide 38&quot;/&gt;&lt;property id=&quot;20307&quot; value=&quot;381&quot;/&gt;&lt;/object&gt;&lt;object type=&quot;3&quot; unique_id=&quot;10042&quot;&gt;&lt;property id=&quot;20148&quot; value=&quot;5&quot;/&gt;&lt;property id=&quot;20300&quot; value=&quot;Slide 39 - &amp;quot;Các bài toán tìm kiếm&amp;quot;&quot;/&gt;&lt;property id=&quot;20307&quot; value=&quot;382&quot;/&gt;&lt;/object&gt;&lt;object type=&quot;3&quot; unique_id=&quot;10043&quot;&gt;&lt;property id=&quot;20148&quot; value=&quot;5&quot;/&gt;&lt;property id=&quot;20300&quot; value=&quot;Slide 40 - &amp;quot;Các bài toán tìm kiếm&amp;quot;&quot;/&gt;&lt;property id=&quot;20307&quot; value=&quot;383&quot;/&gt;&lt;/object&gt;&lt;object type=&quot;3&quot; unique_id=&quot;10044&quot;&gt;&lt;property id=&quot;20148&quot; value=&quot;5&quot;/&gt;&lt;property id=&quot;20300&quot; value=&quot;Slide 41 - &amp;quot;Tìm kiếm theo chiều rộng&amp;#x0D;&amp;#x0A;(BFS – Breadth First Search)&amp;quot;&quot;/&gt;&lt;property id=&quot;20307&quot; value=&quot;384&quot;/&gt;&lt;/object&gt;&lt;object type=&quot;3&quot; unique_id=&quot;10045&quot;&gt;&lt;property id=&quot;20148&quot; value=&quot;5&quot;/&gt;&lt;property id=&quot;20300&quot; value=&quot;Slide 42 - &amp;quot;Tìm kiếm theo chiều rộng&amp;#x0D;&amp;#x0A;(BFS – Breadth First Search)&amp;quot;&quot;/&gt;&lt;property id=&quot;20307&quot; value=&quot;591&quot;/&gt;&lt;/object&gt;&lt;object type=&quot;3&quot; unique_id=&quot;10046&quot;&gt;&lt;property id=&quot;20148&quot; value=&quot;5&quot;/&gt;&lt;property id=&quot;20300&quot; value=&quot;Slide 43 - &amp;quot;Tìm kiếm theo chiều rộng&amp;#x0D;&amp;#x0A;(BFS – Breadth First Search)&amp;quot;&quot;/&gt;&lt;property id=&quot;20307&quot; value=&quot;592&quot;/&gt;&lt;/object&gt;&lt;object type=&quot;3&quot; unique_id=&quot;10047&quot;&gt;&lt;property id=&quot;20148&quot; value=&quot;5&quot;/&gt;&lt;property id=&quot;20300&quot; value=&quot;Slide 44 - &amp;quot;Tìm kiếm theo chiều rộng&amp;quot;&quot;/&gt;&lt;property id=&quot;20307&quot; value=&quot;385&quot;/&gt;&lt;/object&gt;&lt;object type=&quot;3&quot; unique_id=&quot;10048&quot;&gt;&lt;property id=&quot;20148&quot; value=&quot;5&quot;/&gt;&lt;property id=&quot;20300&quot; value=&quot;Slide 45&quot;/&gt;&lt;property id=&quot;20307&quot; value=&quot;386&quot;/&gt;&lt;/object&gt;&lt;object type=&quot;3&quot; unique_id=&quot;10049&quot;&gt;&lt;property id=&quot;20148&quot; value=&quot;5&quot;/&gt;&lt;property id=&quot;20300&quot; value=&quot;Slide 46&quot;/&gt;&lt;property id=&quot;20307&quot; value=&quot;387&quot;/&gt;&lt;/object&gt;&lt;object type=&quot;3&quot; unique_id=&quot;10050&quot;&gt;&lt;property id=&quot;20148&quot; value=&quot;5&quot;/&gt;&lt;property id=&quot;20300&quot; value=&quot;Slide 47&quot;/&gt;&lt;property id=&quot;20307&quot; value=&quot;388&quot;/&gt;&lt;/object&gt;&lt;object type=&quot;3&quot; unique_id=&quot;10051&quot;&gt;&lt;property id=&quot;20148&quot; value=&quot;5&quot;/&gt;&lt;property id=&quot;20300&quot; value=&quot;Slide 48&quot;/&gt;&lt;property id=&quot;20307&quot; value=&quot;389&quot;/&gt;&lt;/object&gt;&lt;object type=&quot;3&quot; unique_id=&quot;10052&quot;&gt;&lt;property id=&quot;20148&quot; value=&quot;5&quot;/&gt;&lt;property id=&quot;20300&quot; value=&quot;Slide 49 - &amp;quot;Ghi nhớ đường đi!&amp;quot;&quot;/&gt;&lt;property id=&quot;20307&quot; value=&quot;593&quot;/&gt;&lt;/object&gt;&lt;object type=&quot;3&quot; unique_id=&quot;10053&quot;&gt;&lt;property id=&quot;20148&quot; value=&quot;5&quot;/&gt;&lt;property id=&quot;20300&quot; value=&quot;Slide 50 - &amp;quot;Ghi nhớ đường đi!&amp;quot;&quot;/&gt;&lt;property id=&quot;20307&quot; value=&quot;390&quot;/&gt;&lt;/object&gt;&lt;object type=&quot;3&quot; unique_id=&quot;10054&quot;&gt;&lt;property id=&quot;20148&quot; value=&quot;5&quot;/&gt;&lt;property id=&quot;20300&quot; value=&quot;Slide 51 - &amp;quot;Con trỏ quay lui&amp;quot;&quot;/&gt;&lt;property id=&quot;20307&quot; value=&quot;391&quot;/&gt;&lt;/object&gt;&lt;object type=&quot;3&quot; unique_id=&quot;10055&quot;&gt;&lt;property id=&quot;20148&quot; value=&quot;5&quot;/&gt;&lt;property id=&quot;20300&quot; value=&quot;Slide 52&quot;/&gt;&lt;property id=&quot;20307&quot; value=&quot;392&quot;/&gt;&lt;/object&gt;&lt;object type=&quot;3&quot; unique_id=&quot;10056&quot;&gt;&lt;property id=&quot;20148&quot; value=&quot;5&quot;/&gt;&lt;property id=&quot;20300&quot; value=&quot;Slide 53 - &amp;quot;Tìm kiếm theo chiều rộng&amp;quot;&quot;/&gt;&lt;property id=&quot;20307&quot; value=&quot;393&quot;/&gt;&lt;/object&gt;&lt;object type=&quot;3&quot; unique_id=&quot;10057&quot;&gt;&lt;property id=&quot;20148&quot; value=&quot;5&quot;/&gt;&lt;property id=&quot;20300&quot; value=&quot;Slide 54&quot;/&gt;&lt;property id=&quot;20307&quot; value=&quot;394&quot;/&gt;&lt;/object&gt;&lt;object type=&quot;3&quot; unique_id=&quot;10058&quot;&gt;&lt;property id=&quot;20148&quot; value=&quot;5&quot;/&gt;&lt;property id=&quot;20300&quot; value=&quot;Slide 55&quot;/&gt;&lt;property id=&quot;20307&quot; value=&quot;395&quot;/&gt;&lt;/object&gt;&lt;object type=&quot;3&quot; unique_id=&quot;10059&quot;&gt;&lt;property id=&quot;20148&quot; value=&quot;5&quot;/&gt;&lt;property id=&quot;20300&quot; value=&quot;Slide 56 - &amp;quot;BFS&amp;quot;&quot;/&gt;&lt;property id=&quot;20307&quot; value=&quot;396&quot;/&gt;&lt;/object&gt;&lt;object type=&quot;3&quot; unique_id=&quot;10060&quot;&gt;&lt;property id=&quot;20148&quot; value=&quot;5&quot;/&gt;&lt;property id=&quot;20300&quot; value=&quot;Slide 57&quot;/&gt;&lt;property id=&quot;20307&quot; value=&quot;397&quot;/&gt;&lt;/object&gt;&lt;object type=&quot;3&quot; unique_id=&quot;10061&quot;&gt;&lt;property id=&quot;20148&quot; value=&quot;5&quot;/&gt;&lt;property id=&quot;20300&quot; value=&quot;Slide 58&quot;/&gt;&lt;property id=&quot;20307&quot; value=&quot;398&quot;/&gt;&lt;/object&gt;&lt;object type=&quot;3&quot; unique_id=&quot;10062&quot;&gt;&lt;property id=&quot;20148&quot; value=&quot;5&quot;/&gt;&lt;property id=&quot;20300&quot; value=&quot;Slide 59&quot;/&gt;&lt;property id=&quot;20307&quot; value=&quot;399&quot;/&gt;&lt;/object&gt;&lt;object type=&quot;3&quot; unique_id=&quot;10063&quot;&gt;&lt;property id=&quot;20148&quot; value=&quot;5&quot;/&gt;&lt;property id=&quot;20300&quot; value=&quot;Slide 60&quot;/&gt;&lt;property id=&quot;20307&quot; value=&quot;400&quot;/&gt;&lt;/object&gt;&lt;object type=&quot;3&quot; unique_id=&quot;10064&quot;&gt;&lt;property id=&quot;20148&quot; value=&quot;5&quot;/&gt;&lt;property id=&quot;20300&quot; value=&quot;Slide 61&quot;/&gt;&lt;property id=&quot;20307&quot; value=&quot;401&quot;/&gt;&lt;/object&gt;&lt;object type=&quot;3&quot; unique_id=&quot;10065&quot;&gt;&lt;property id=&quot;20148&quot; value=&quot;5&quot;/&gt;&lt;property id=&quot;20300&quot; value=&quot;Slide 62 - &amp;quot;Chi phí chuyển đổi&amp;quot;&quot;/&gt;&lt;property id=&quot;20307&quot; value=&quot;402&quot;/&gt;&lt;/object&gt;&lt;object type=&quot;3&quot; unique_id=&quot;10066&quot;&gt;&lt;property id=&quot;20148&quot; value=&quot;5&quot;/&gt;&lt;property id=&quot;20300&quot; value=&quot;Slide 63&quot;/&gt;&lt;property id=&quot;20307&quot; value=&quot;403&quot;/&gt;&lt;/object&gt;&lt;object type=&quot;3&quot; unique_id=&quot;10067&quot;&gt;&lt;property id=&quot;20148&quot; value=&quot;5&quot;/&gt;&lt;property id=&quot;20300&quot; value=&quot;Slide 64 - &amp;quot;BFS với chi phí thấp nhất&amp;quot;&quot;/&gt;&lt;property id=&quot;20307&quot; value=&quot;404&quot;/&gt;&lt;/object&gt;&lt;object type=&quot;3&quot; unique_id=&quot;10096&quot;&gt;&lt;property id=&quot;20148&quot; value=&quot;5&quot;/&gt;&lt;property id=&quot;20300&quot; value=&quot;Slide 72 - &amp;quot;Duyệt cây tìm kiếm DFS&amp;quot;&quot;/&gt;&lt;property id=&quot;20307&quot; value=&quot;433&quot;/&gt;&lt;/object&gt;&lt;object type=&quot;3&quot; unique_id=&quot;10097&quot;&gt;&lt;property id=&quot;20148&quot; value=&quot;5&quot;/&gt;&lt;property id=&quot;20300&quot; value=&quot;Slide 73 - &amp;quot;Bài tập&amp;quot;&quot;/&gt;&lt;property id=&quot;20307&quot; value=&quot;434&quot;/&gt;&lt;/object&gt;&lt;object type=&quot;3&quot; unique_id=&quot;10098&quot;&gt;&lt;property id=&quot;20148&quot; value=&quot;5&quot;/&gt;&lt;property id=&quot;20300&quot; value=&quot;Slide 74 - &amp;quot;CÁC THUẬT TOÁN  &amp;#x0D;&amp;#x0A;TÌM KIẾM LỜI GIẢI&amp;quot;&quot;/&gt;&lt;property id=&quot;20307&quot; value=&quot;594&quot;/&gt;&lt;/object&gt;&lt;object type=&quot;3&quot; unique_id=&quot;10099&quot;&gt;&lt;property id=&quot;20148&quot; value=&quot;5&quot;/&gt;&lt;property id=&quot;20300&quot; value=&quot;Slide 75 - &amp;quot;Nội dung&amp;quot;&quot;/&gt;&lt;property id=&quot;20307&quot; value=&quot;436&quot;/&gt;&lt;/object&gt;&lt;object type=&quot;3&quot; unique_id=&quot;10100&quot;&gt;&lt;property id=&quot;20148&quot; value=&quot;5&quot;/&gt;&lt;property id=&quot;20300&quot; value=&quot;Slide 76 - &amp;quot;Các thuật toán tìm kiếm lời giải trên đồ thị có chi phí&amp;quot;&quot;/&gt;&lt;property id=&quot;20307&quot; value=&quot;635&quot;/&gt;&lt;/object&gt;&lt;object type=&quot;3&quot; unique_id=&quot;10101&quot;&gt;&lt;property id=&quot;20148&quot; value=&quot;5&quot;/&gt;&lt;property id=&quot;20300&quot; value=&quot;Slide 77 - &amp;quot;AT (Algorithm for Tree Search)&amp;quot;&quot;/&gt;&lt;property id=&quot;20307&quot; value=&quot;626&quot;/&gt;&lt;/object&gt;&lt;object type=&quot;3&quot; unique_id=&quot;10102&quot;&gt;&lt;property id=&quot;20148&quot; value=&quot;5&quot;/&gt;&lt;property id=&quot;20300&quot; value=&quot;Slide 78 - &amp;quot;AT (Algorithm for Tree Search)&amp;quot;&quot;/&gt;&lt;property id=&quot;20307&quot; value=&quot;628&quot;/&gt;&lt;/object&gt;&lt;object type=&quot;3&quot; unique_id=&quot;10103&quot;&gt;&lt;property id=&quot;20148&quot; value=&quot;5&quot;/&gt;&lt;property id=&quot;20300&quot; value=&quot;Slide 79 - &amp;quot;AT (Algorithm for Tree Search)&amp;quot;&quot;/&gt;&lt;property id=&quot;20307&quot; value=&quot;629&quot;/&gt;&lt;/object&gt;&lt;object type=&quot;3&quot; unique_id=&quot;10104&quot;&gt;&lt;property id=&quot;20148&quot; value=&quot;5&quot;/&gt;&lt;property id=&quot;20300&quot; value=&quot;Slide 80 - &amp;quot;Ví dụ&amp;quot;&quot;/&gt;&lt;property id=&quot;20307&quot; value=&quot;631&quot;/&gt;&lt;/object&gt;&lt;object type=&quot;3&quot; unique_id=&quot;10105&quot;&gt;&lt;property id=&quot;20148&quot; value=&quot;5&quot;/&gt;&lt;property id=&quot;20300&quot; value=&quot;Slide 81 - &amp;quot;Ví dụ&amp;quot;&quot;/&gt;&lt;property id=&quot;20307&quot; value=&quot;632&quot;/&gt;&lt;/object&gt;&lt;object type=&quot;3&quot; unique_id=&quot;10106&quot;&gt;&lt;property id=&quot;20148&quot; value=&quot;5&quot;/&gt;&lt;property id=&quot;20300&quot; value=&quot;Slide 82 - &amp;quot;Ví dụ&amp;quot;&quot;/&gt;&lt;property id=&quot;20307&quot; value=&quot;633&quot;/&gt;&lt;/object&gt;&lt;object type=&quot;3&quot; unique_id=&quot;10107&quot;&gt;&lt;property id=&quot;20148&quot; value=&quot;5&quot;/&gt;&lt;property id=&quot;20300&quot; value=&quot;Slide 83 - &amp;quot;Ví dụ&amp;quot;&quot;/&gt;&lt;property id=&quot;20307&quot; value=&quot;634&quot;/&gt;&lt;/object&gt;&lt;object type=&quot;3&quot; unique_id=&quot;10108&quot;&gt;&lt;property id=&quot;20148&quot; value=&quot;5&quot;/&gt;&lt;property id=&quot;20300&quot; value=&quot;Slide 105 - &amp;quot;Thuật giải AKT&amp;quot;&quot;/&gt;&lt;property id=&quot;20307&quot; value=&quot;648&quot;/&gt;&lt;/object&gt;&lt;object type=&quot;3&quot; unique_id=&quot;10109&quot;&gt;&lt;property id=&quot;20148&quot; value=&quot;5&quot;/&gt;&lt;property id=&quot;20300&quot; value=&quot;Slide 106 - &amp;quot;Thuật giải AKT&amp;quot;&quot;/&gt;&lt;property id=&quot;20307&quot; value=&quot;649&quot;/&gt;&lt;/object&gt;&lt;object type=&quot;3&quot; unique_id=&quot;10110&quot;&gt;&lt;property id=&quot;20148&quot; value=&quot;5&quot;/&gt;&lt;property id=&quot;20300&quot; value=&quot;Slide 107 - &amp;quot;Thuật giải AKT&amp;quot;&quot;/&gt;&lt;property id=&quot;20307&quot; value=&quot;650&quot;/&gt;&lt;/object&gt;&lt;object type=&quot;3&quot; unique_id=&quot;10111&quot;&gt;&lt;property id=&quot;20148&quot; value=&quot;5&quot;/&gt;&lt;property id=&quot;20300&quot; value=&quot;Slide 108 - &amp;quot;Thuật giải AKT&amp;quot;&quot;/&gt;&lt;property id=&quot;20307&quot; value=&quot;651&quot;/&gt;&lt;/object&gt;&lt;object type=&quot;3&quot; unique_id=&quot;10112&quot;&gt;&lt;property id=&quot;20148&quot; value=&quot;5&quot;/&gt;&lt;property id=&quot;20300&quot; value=&quot;Slide 109 - &amp;quot;Ví dụ minh họa&amp;quot;&quot;/&gt;&lt;property id=&quot;20307&quot; value=&quot;652&quot;/&gt;&lt;/object&gt;&lt;object type=&quot;3&quot; unique_id=&quot;10113&quot;&gt;&lt;property id=&quot;20148&quot; value=&quot;5&quot;/&gt;&lt;property id=&quot;20300&quot; value=&quot;Slide 110 - &amp;quot;Tháp hà nội&amp;quot;&quot;/&gt;&lt;property id=&quot;20307&quot; value=&quot;653&quot;/&gt;&lt;/object&gt;&lt;object type=&quot;3&quot; unique_id=&quot;10114&quot;&gt;&lt;property id=&quot;20148&quot; value=&quot;5&quot;/&gt;&lt;property id=&quot;20300&quot; value=&quot;Slide 111 - &amp;quot;Với N = 3&amp;quot;&quot;/&gt;&lt;property id=&quot;20307&quot; value=&quot;654&quot;/&gt;&lt;/object&gt;&lt;object type=&quot;3&quot; unique_id=&quot;10115&quot;&gt;&lt;property id=&quot;20148&quot; value=&quot;5&quot;/&gt;&lt;property id=&quot;20300&quot; value=&quot;Slide 112&quot;/&gt;&lt;property id=&quot;20307&quot; value=&quot;655&quot;/&gt;&lt;/object&gt;&lt;object type=&quot;3&quot; unique_id=&quot;10116&quot;&gt;&lt;property id=&quot;20148&quot; value=&quot;5&quot;/&gt;&lt;property id=&quot;20300&quot; value=&quot;Slide 113&quot;/&gt;&lt;property id=&quot;20307&quot; value=&quot;656&quot;/&gt;&lt;/object&gt;&lt;object type=&quot;3&quot; unique_id=&quot;10123&quot;&gt;&lt;property id=&quot;20148&quot; value=&quot;5&quot;/&gt;&lt;property id=&quot;20300&quot; value=&quot;Slide 114 - &amp;quot;Với N = 3&amp;quot;&quot;/&gt;&lt;property id=&quot;20307&quot; value=&quot;439&quot;/&gt;&lt;/object&gt;&lt;object type=&quot;3&quot; unique_id=&quot;10124&quot;&gt;&lt;property id=&quot;20148&quot; value=&quot;5&quot;/&gt;&lt;property id=&quot;20300&quot; value=&quot;Slide 115&quot;/&gt;&lt;property id=&quot;20307&quot; value=&quot;440&quot;/&gt;&lt;/object&gt;&lt;object type=&quot;3&quot; unique_id=&quot;10125&quot;&gt;&lt;property id=&quot;20148&quot; value=&quot;5&quot;/&gt;&lt;property id=&quot;20300&quot; value=&quot;Slide 116&quot;/&gt;&lt;property id=&quot;20307&quot; value=&quot;441&quot;/&gt;&lt;/object&gt;&lt;object type=&quot;3&quot; unique_id=&quot;10126&quot;&gt;&lt;property id=&quot;20148&quot; value=&quot;5&quot;/&gt;&lt;property id=&quot;20300&quot; value=&quot;Slide 117 - &amp;quot;Bài toán taci&amp;quot;&quot;/&gt;&lt;property id=&quot;20307&quot; value=&quot;442&quot;/&gt;&lt;/object&gt;&lt;object type=&quot;3&quot; unique_id=&quot;10127&quot;&gt;&lt;property id=&quot;20148&quot; value=&quot;5&quot;/&gt;&lt;property id=&quot;20300&quot; value=&quot;Slide 118 - &amp;quot;Bài toán taci&amp;quot;&quot;/&gt;&lt;property id=&quot;20307&quot; value=&quot;595&quot;/&gt;&lt;/object&gt;&lt;object type=&quot;3&quot; unique_id=&quot;10128&quot;&gt;&lt;property id=&quot;20148&quot; value=&quot;5&quot;/&gt;&lt;property id=&quot;20300&quot; value=&quot;Slide 119 - &amp;quot;Sử dụng H1&amp;quot;&quot;/&gt;&lt;property id=&quot;20307&quot; value=&quot;443&quot;/&gt;&lt;/object&gt;&lt;object type=&quot;3&quot; unique_id=&quot;10129&quot;&gt;&lt;property id=&quot;20148&quot; value=&quot;5&quot;/&gt;&lt;property id=&quot;20300&quot; value=&quot;Slide 120&quot;/&gt;&lt;property id=&quot;20307&quot; value=&quot;444&quot;/&gt;&lt;/object&gt;&lt;object type=&quot;3&quot; unique_id=&quot;10130&quot;&gt;&lt;property id=&quot;20148&quot; value=&quot;5&quot;/&gt;&lt;property id=&quot;20300&quot; value=&quot;Slide 121&quot;/&gt;&lt;property id=&quot;20307&quot; value=&quot;445&quot;/&gt;&lt;/object&gt;&lt;object type=&quot;3&quot; unique_id=&quot;10131&quot;&gt;&lt;property id=&quot;20148&quot; value=&quot;5&quot;/&gt;&lt;property id=&quot;20300&quot; value=&quot;Slide 122&quot;/&gt;&lt;property id=&quot;20307&quot; value=&quot;446&quot;/&gt;&lt;/object&gt;&lt;object type=&quot;3&quot; unique_id=&quot;10132&quot;&gt;&lt;property id=&quot;20148&quot; value=&quot;5&quot;/&gt;&lt;property id=&quot;20300&quot; value=&quot;Slide 123&quot;/&gt;&lt;property id=&quot;20307&quot; value=&quot;447&quot;/&gt;&lt;/object&gt;&lt;object type=&quot;3&quot; unique_id=&quot;10133&quot;&gt;&lt;property id=&quot;20148&quot; value=&quot;5&quot;/&gt;&lt;property id=&quot;20300&quot; value=&quot;Slide 124&quot;/&gt;&lt;property id=&quot;20307&quot; value=&quot;448&quot;/&gt;&lt;/object&gt;&lt;object type=&quot;3&quot; unique_id=&quot;10134&quot;&gt;&lt;property id=&quot;20148&quot; value=&quot;5&quot;/&gt;&lt;property id=&quot;20300&quot; value=&quot;Slide 125 - &amp;quot;Bài toán đong sữa&amp;quot;&quot;/&gt;&lt;property id=&quot;20307&quot; value=&quot;449&quot;/&gt;&lt;/object&gt;&lt;object type=&quot;3&quot; unique_id=&quot;10135&quot;&gt;&lt;property id=&quot;20148&quot; value=&quot;5&quot;/&gt;&lt;property id=&quot;20300&quot; value=&quot;Slide 126 - &amp;quot;Bài toán đong sữa&amp;quot;&quot;/&gt;&lt;property id=&quot;20307&quot; value=&quot;450&quot;/&gt;&lt;/object&gt;&lt;object type=&quot;3&quot; unique_id=&quot;10136&quot;&gt;&lt;property id=&quot;20148&quot; value=&quot;5&quot;/&gt;&lt;property id=&quot;20300&quot; value=&quot;Slide 127 - &amp;quot;Bài toán đong sữa&amp;quot;&quot;/&gt;&lt;property id=&quot;20307&quot; value=&quot;451&quot;/&gt;&lt;/object&gt;&lt;object type=&quot;3&quot; unique_id=&quot;10137&quot;&gt;&lt;property id=&quot;20148&quot; value=&quot;5&quot;/&gt;&lt;property id=&quot;20300&quot; value=&quot;Slide 128 - &amp;quot;Thuật giải hướng đích cho bài toán tháp hà nội&amp;quot;&quot;/&gt;&lt;property id=&quot;20307&quot; value=&quot;452&quot;/&gt;&lt;/object&gt;&lt;object type=&quot;3&quot; unique_id=&quot;10138&quot;&gt;&lt;property id=&quot;20148&quot; value=&quot;5&quot;/&gt;&lt;property id=&quot;20300&quot; value=&quot;Slide 129 - &amp;quot;Thuật giải hướng đích&amp;quot;&quot;/&gt;&lt;property id=&quot;20307&quot; value=&quot;596&quot;/&gt;&lt;/object&gt;&lt;object type=&quot;3&quot; unique_id=&quot;10139&quot;&gt;&lt;property id=&quot;20148&quot; value=&quot;5&quot;/&gt;&lt;property id=&quot;20300&quot; value=&quot;Slide 130 - &amp;quot;Minh họa với N=4&amp;quot;&quot;/&gt;&lt;property id=&quot;20307&quot; value=&quot;453&quot;/&gt;&lt;/object&gt;&lt;object type=&quot;3&quot; unique_id=&quot;10140&quot;&gt;&lt;property id=&quot;20148&quot; value=&quot;5&quot;/&gt;&lt;property id=&quot;20300&quot; value=&quot;Slide 137 - &amp;quot;Bài toán người bán hàng (TSP)&amp;quot;&quot;/&gt;&lt;property id=&quot;20307&quot; value=&quot;454&quot;/&gt;&lt;/object&gt;&lt;object type=&quot;3&quot; unique_id=&quot;10141&quot;&gt;&lt;property id=&quot;20148&quot; value=&quot;5&quot;/&gt;&lt;property id=&quot;20300&quot; value=&quot;Slide 138 - &amp;quot;Bài toán người bán hàng (TSP)&amp;quot;&quot;/&gt;&lt;property id=&quot;20307&quot; value=&quot;597&quot;/&gt;&lt;/object&gt;&lt;object type=&quot;3&quot; unique_id=&quot;10142&quot;&gt;&lt;property id=&quot;20148&quot; value=&quot;5&quot;/&gt;&lt;property id=&quot;20300&quot; value=&quot;Slide 139 - &amp;quot;Thuật giải GTS1&amp;quot;&quot;/&gt;&lt;property id=&quot;20307&quot; value=&quot;455&quot;/&gt;&lt;/object&gt;&lt;object type=&quot;3&quot; unique_id=&quot;10143&quot;&gt;&lt;property id=&quot;20148&quot; value=&quot;5&quot;/&gt;&lt;property id=&quot;20300&quot; value=&quot;Slide 140 - &amp;quot;Thuật giải GTS1&amp;quot;&quot;/&gt;&lt;property id=&quot;20307&quot; value=&quot;598&quot;/&gt;&lt;/object&gt;&lt;object type=&quot;3&quot; unique_id=&quot;10144&quot;&gt;&lt;property id=&quot;20148&quot; value=&quot;5&quot;/&gt;&lt;property id=&quot;20300&quot; value=&quot;Slide 141 - &amp;quot;Ví dụ&amp;quot;&quot;/&gt;&lt;property id=&quot;20307&quot; value=&quot;456&quot;/&gt;&lt;/object&gt;&lt;object type=&quot;3&quot; unique_id=&quot;10145&quot;&gt;&lt;property id=&quot;20148&quot; value=&quot;5&quot;/&gt;&lt;property id=&quot;20300&quot; value=&quot;Slide 142 - &amp;quot;Ví dụ&amp;quot;&quot;/&gt;&lt;property id=&quot;20307&quot; value=&quot;457&quot;/&gt;&lt;/object&gt;&lt;object type=&quot;3&quot; unique_id=&quot;10146&quot;&gt;&lt;property id=&quot;20148&quot; value=&quot;5&quot;/&gt;&lt;property id=&quot;20300&quot; value=&quot;Slide 143&quot;/&gt;&lt;property id=&quot;20307&quot; value=&quot;458&quot;/&gt;&lt;/object&gt;&lt;object type=&quot;3&quot; unique_id=&quot;10147&quot;&gt;&lt;property id=&quot;20148&quot; value=&quot;5&quot;/&gt;&lt;property id=&quot;20300&quot; value=&quot;Slide 144&quot;/&gt;&lt;property id=&quot;20307&quot; value=&quot;459&quot;/&gt;&lt;/object&gt;&lt;object type=&quot;3&quot; unique_id=&quot;10148&quot;&gt;&lt;property id=&quot;20148&quot; value=&quot;5&quot;/&gt;&lt;property id=&quot;20300&quot; value=&quot;Slide 145&quot;/&gt;&lt;property id=&quot;20307&quot; value=&quot;460&quot;/&gt;&lt;/object&gt;&lt;object type=&quot;3&quot; unique_id=&quot;10149&quot;&gt;&lt;property id=&quot;20148&quot; value=&quot;5&quot;/&gt;&lt;property id=&quot;20300&quot; value=&quot;Slide 146&quot;/&gt;&lt;property id=&quot;20307&quot; value=&quot;461&quot;/&gt;&lt;/object&gt;&lt;object type=&quot;3&quot; unique_id=&quot;10150&quot;&gt;&lt;property id=&quot;20148&quot; value=&quot;5&quot;/&gt;&lt;property id=&quot;20300&quot; value=&quot;Slide 147&quot;/&gt;&lt;property id=&quot;20307&quot; value=&quot;636&quot;/&gt;&lt;/object&gt;&lt;object type=&quot;3&quot; unique_id=&quot;10151&quot;&gt;&lt;property id=&quot;20148&quot; value=&quot;5&quot;/&gt;&lt;property id=&quot;20300&quot; value=&quot;Slide 148 - &amp;quot;Ví dụ&amp;quot;&quot;/&gt;&lt;property id=&quot;20307&quot; value=&quot;637&quot;/&gt;&lt;/object&gt;&lt;object type=&quot;3&quot; unique_id=&quot;10152&quot;&gt;&lt;property id=&quot;20148&quot; value=&quot;5&quot;/&gt;&lt;property id=&quot;20300&quot; value=&quot;Slide 149 - &amp;quot;Ví dụ&amp;quot;&quot;/&gt;&lt;property id=&quot;20307&quot; value=&quot;638&quot;/&gt;&lt;/object&gt;&lt;object type=&quot;3&quot; unique_id=&quot;10153&quot;&gt;&lt;property id=&quot;20148&quot; value=&quot;5&quot;/&gt;&lt;property id=&quot;20300&quot; value=&quot;Slide 150 - &amp;quot;Ví dụ&amp;quot;&quot;/&gt;&lt;property id=&quot;20307&quot; value=&quot;639&quot;/&gt;&lt;/object&gt;&lt;object type=&quot;3&quot; unique_id=&quot;10154&quot;&gt;&lt;property id=&quot;20148&quot; value=&quot;5&quot;/&gt;&lt;property id=&quot;20300&quot; value=&quot;Slide 151 - &amp;quot;Ví dụ&amp;quot;&quot;/&gt;&lt;property id=&quot;20307&quot; value=&quot;640&quot;/&gt;&lt;/object&gt;&lt;object type=&quot;3&quot; unique_id=&quot;10155&quot;&gt;&lt;property id=&quot;20148&quot; value=&quot;5&quot;/&gt;&lt;property id=&quot;20300&quot; value=&quot;Slide 152 - &amp;quot;Thuật giải MIN – MAX&amp;quot;&quot;/&gt;&lt;property id=&quot;20307&quot; value=&quot;462&quot;/&gt;&lt;/object&gt;&lt;object type=&quot;3&quot; unique_id=&quot;10156&quot;&gt;&lt;property id=&quot;20148&quot; value=&quot;5&quot;/&gt;&lt;property id=&quot;20300&quot; value=&quot;Slide 153 - &amp;quot;Bài toán mã đi tuần&amp;quot;&quot;/&gt;&lt;property id=&quot;20307&quot; value=&quot;463&quot;/&gt;&lt;/object&gt;&lt;object type=&quot;3&quot; unique_id=&quot;10157&quot;&gt;&lt;property id=&quot;20148&quot; value=&quot;5&quot;/&gt;&lt;property id=&quot;20300&quot; value=&quot;Slide 154&quot;/&gt;&lt;property id=&quot;20307&quot; value=&quot;464&quot;/&gt;&lt;/object&gt;&lt;object type=&quot;3&quot; unique_id=&quot;10158&quot;&gt;&lt;property id=&quot;20148&quot; value=&quot;5&quot;/&gt;&lt;property id=&quot;20300&quot; value=&quot;Slide 155&quot;/&gt;&lt;property id=&quot;20307&quot; value=&quot;465&quot;/&gt;&lt;/object&gt;&lt;object type=&quot;3&quot; unique_id=&quot;10159&quot;&gt;&lt;property id=&quot;20148&quot; value=&quot;5&quot;/&gt;&lt;property id=&quot;20300&quot; value=&quot;Slide 156&quot;/&gt;&lt;property id=&quot;20307&quot; value=&quot;466&quot;/&gt;&lt;/object&gt;&lt;object type=&quot;3&quot; unique_id=&quot;10160&quot;&gt;&lt;property id=&quot;20148&quot; value=&quot;5&quot;/&gt;&lt;property id=&quot;20300&quot; value=&quot;Slide 157 - &amp;quot;Bài toán tám quân hậu&amp;quot;&quot;/&gt;&lt;property id=&quot;20307&quot; value=&quot;467&quot;/&gt;&lt;/object&gt;&lt;object type=&quot;3&quot; unique_id=&quot;10161&quot;&gt;&lt;property id=&quot;20148&quot; value=&quot;5&quot;/&gt;&lt;property id=&quot;20300&quot; value=&quot;Slide 158&quot;/&gt;&lt;property id=&quot;20307&quot; value=&quot;468&quot;/&gt;&lt;/object&gt;&lt;object type=&quot;3&quot; unique_id=&quot;10162&quot;&gt;&lt;property id=&quot;20148&quot; value=&quot;5&quot;/&gt;&lt;property id=&quot;20300&quot; value=&quot;Slide 159&quot;/&gt;&lt;property id=&quot;20307&quot; value=&quot;469&quot;/&gt;&lt;/object&gt;&lt;object type=&quot;3&quot; unique_id=&quot;10163&quot;&gt;&lt;property id=&quot;20148&quot; value=&quot;5&quot;/&gt;&lt;property id=&quot;20300&quot; value=&quot;Slide 160&quot;/&gt;&lt;property id=&quot;20307&quot; value=&quot;470&quot;/&gt;&lt;/object&gt;&lt;object type=&quot;3&quot; unique_id=&quot;10164&quot;&gt;&lt;property id=&quot;20148&quot; value=&quot;5&quot;/&gt;&lt;property id=&quot;20300&quot; value=&quot;Slide 161&quot;/&gt;&lt;property id=&quot;20307&quot; value=&quot;471&quot;/&gt;&lt;/object&gt;&lt;object type=&quot;3&quot; unique_id=&quot;10165&quot;&gt;&lt;property id=&quot;20148&quot; value=&quot;5&quot;/&gt;&lt;property id=&quot;20300&quot; value=&quot;Slide 162&quot;/&gt;&lt;property id=&quot;20307&quot; value=&quot;472&quot;/&gt;&lt;/object&gt;&lt;object type=&quot;3&quot; unique_id=&quot;10166&quot;&gt;&lt;property id=&quot;20148&quot; value=&quot;5&quot;/&gt;&lt;property id=&quot;20300&quot; value=&quot;Slide 163&quot;/&gt;&lt;property id=&quot;20307&quot; value=&quot;473&quot;/&gt;&lt;/object&gt;&lt;object type=&quot;3&quot; unique_id=&quot;10167&quot;&gt;&lt;property id=&quot;20148&quot; value=&quot;5&quot;/&gt;&lt;property id=&quot;20300&quot; value=&quot;Slide 164&quot;/&gt;&lt;property id=&quot;20307&quot; value=&quot;474&quot;/&gt;&lt;/object&gt;&lt;object type=&quot;3&quot; unique_id=&quot;10168&quot;&gt;&lt;property id=&quot;20148&quot; value=&quot;5&quot;/&gt;&lt;property id=&quot;20300&quot; value=&quot;Slide 165&quot;/&gt;&lt;property id=&quot;20307&quot; value=&quot;475&quot;/&gt;&lt;/object&gt;&lt;object type=&quot;3&quot; unique_id=&quot;10169&quot;&gt;&lt;property id=&quot;20148&quot; value=&quot;5&quot;/&gt;&lt;property id=&quot;20300&quot; value=&quot;Slide 166&quot;/&gt;&lt;property id=&quot;20307&quot; value=&quot;476&quot;/&gt;&lt;/object&gt;&lt;object type=&quot;3&quot; unique_id=&quot;10170&quot;&gt;&lt;property id=&quot;20148&quot; value=&quot;5&quot;/&gt;&lt;property id=&quot;20300&quot; value=&quot;Slide 167&quot;/&gt;&lt;property id=&quot;20307&quot; value=&quot;477&quot;/&gt;&lt;/object&gt;&lt;object type=&quot;3&quot; unique_id=&quot;10171&quot;&gt;&lt;property id=&quot;20148&quot; value=&quot;5&quot;/&gt;&lt;property id=&quot;20300&quot; value=&quot;Slide 169 - &amp;quot;Phân công công việc&amp;quot;&quot;/&gt;&lt;property id=&quot;20307&quot; value=&quot;478&quot;/&gt;&lt;/object&gt;&lt;object type=&quot;3&quot; unique_id=&quot;10172&quot;&gt;&lt;property id=&quot;20148&quot; value=&quot;5&quot;/&gt;&lt;property id=&quot;20300&quot; value=&quot;Slide 170 - &amp;quot;Giải quyết&amp;quot;&quot;/&gt;&lt;property id=&quot;20307&quot; value=&quot;479&quot;/&gt;&lt;/object&gt;&lt;object type=&quot;3&quot; unique_id=&quot;10173&quot;&gt;&lt;property id=&quot;20148&quot; value=&quot;5&quot;/&gt;&lt;property id=&quot;20300&quot; value=&quot;Slide 171&quot;/&gt;&lt;property id=&quot;20307&quot; value=&quot;599&quot;/&gt;&lt;/object&gt;&lt;object type=&quot;3&quot; unique_id=&quot;10174&quot;&gt;&lt;property id=&quot;20148&quot; value=&quot;5&quot;/&gt;&lt;property id=&quot;20300&quot; value=&quot;Slide 172&quot;/&gt;&lt;property id=&quot;20307&quot; value=&quot;480&quot;/&gt;&lt;/object&gt;&lt;object type=&quot;3&quot; unique_id=&quot;10175&quot;&gt;&lt;property id=&quot;20148&quot; value=&quot;5&quot;/&gt;&lt;property id=&quot;20300&quot; value=&quot;Slide 173&quot;/&gt;&lt;property id=&quot;20307&quot; value=&quot;481&quot;/&gt;&lt;/object&gt;&lt;object type=&quot;3&quot; unique_id=&quot;10176&quot;&gt;&lt;property id=&quot;20148&quot; value=&quot;5&quot;/&gt;&lt;property id=&quot;20300&quot; value=&quot;Slide 174&quot;/&gt;&lt;property id=&quot;20307&quot; value=&quot;482&quot;/&gt;&lt;/object&gt;&lt;object type=&quot;3&quot; unique_id=&quot;10177&quot;&gt;&lt;property id=&quot;20148&quot; value=&quot;5&quot;/&gt;&lt;property id=&quot;20300&quot; value=&quot;Slide 175&quot;/&gt;&lt;property id=&quot;20307&quot; value=&quot;483&quot;/&gt;&lt;/object&gt;&lt;object type=&quot;3&quot; unique_id=&quot;10178&quot;&gt;&lt;property id=&quot;20148&quot; value=&quot;5&quot;/&gt;&lt;property id=&quot;20300&quot; value=&quot;Slide 176&quot;/&gt;&lt;property id=&quot;20307&quot; value=&quot;484&quot;/&gt;&lt;/object&gt;&lt;object type=&quot;3&quot; unique_id=&quot;10179&quot;&gt;&lt;property id=&quot;20148&quot; value=&quot;5&quot;/&gt;&lt;property id=&quot;20300&quot; value=&quot;Slide 177 - &amp;quot;BIỂU DIỄN &amp;amp; XỬ LÝ TRI THỨC&amp;quot;&quot;/&gt;&lt;property id=&quot;20307&quot; value=&quot;600&quot;/&gt;&lt;/object&gt;&lt;object type=&quot;3&quot; unique_id=&quot;10180&quot;&gt;&lt;property id=&quot;20148&quot; value=&quot;5&quot;/&gt;&lt;property id=&quot;20300&quot; value=&quot;Slide 178 - &amp;quot;Nội dung&amp;quot;&quot;/&gt;&lt;property id=&quot;20307&quot; value=&quot;486&quot;/&gt;&lt;/object&gt;&lt;object type=&quot;3&quot; unique_id=&quot;10181&quot;&gt;&lt;property id=&quot;20148&quot; value=&quot;5&quot;/&gt;&lt;property id=&quot;20300&quot; value=&quot;Slide 179 - &amp;quot;Logic mệnh đề&amp;quot;&quot;/&gt;&lt;property id=&quot;20307&quot; value=&quot;487&quot;/&gt;&lt;/object&gt;&lt;object type=&quot;3&quot; unique_id=&quot;10182&quot;&gt;&lt;property id=&quot;20148&quot; value=&quot;5&quot;/&gt;&lt;property id=&quot;20300&quot; value=&quot;Slide 180 - &amp;quot;Bảng chân trị của các phép toán mệnh đề&amp;quot;&quot;/&gt;&lt;property id=&quot;20307&quot; value=&quot;488&quot;/&gt;&lt;/object&gt;&lt;object type=&quot;3&quot; unique_id=&quot;10183&quot;&gt;&lt;property id=&quot;20148&quot; value=&quot;5&quot;/&gt;&lt;property id=&quot;20300&quot; value=&quot;Slide 181 - &amp;quot;Các qui luật logic cơ bản&amp;quot;&quot;/&gt;&lt;property id=&quot;20307&quot; value=&quot;489&quot;/&gt;&lt;/object&gt;&lt;object type=&quot;3&quot; unique_id=&quot;10184&quot;&gt;&lt;property id=&quot;20148&quot; value=&quot;5&quot;/&gt;&lt;property id=&quot;20300&quot; value=&quot;Slide 182 - &amp;quot;Các tương đương logic&amp;quot;&quot;/&gt;&lt;property id=&quot;20307&quot; value=&quot;490&quot;/&gt;&lt;/object&gt;&lt;object type=&quot;3&quot; unique_id=&quot;10185&quot;&gt;&lt;property id=&quot;20148&quot; value=&quot;5&quot;/&gt;&lt;property id=&quot;20300&quot; value=&quot;Slide 183 - &amp;quot;Hợp giải&amp;quot;&quot;/&gt;&lt;property id=&quot;20307&quot; value=&quot;491&quot;/&gt;&lt;/object&gt;&lt;object type=&quot;3&quot; unique_id=&quot;10186&quot;&gt;&lt;property id=&quot;20148&quot; value=&quot;5&quot;/&gt;&lt;property id=&quot;20300&quot; value=&quot;Slide 184 - &amp;quot;Hợp giải – Khái niệm&amp;quot;&quot;/&gt;&lt;property id=&quot;20307&quot; value=&quot;492&quot;/&gt;&lt;/object&gt;&lt;object type=&quot;3&quot; unique_id=&quot;10187&quot;&gt;&lt;property id=&quot;20148&quot; value=&quot;5&quot;/&gt;&lt;property id=&quot;20300&quot; value=&quot;Slide 185 - &amp;quot;Hợp giải – Khái niệm&amp;quot;&quot;/&gt;&lt;property id=&quot;20307&quot; value=&quot;602&quot;/&gt;&lt;/object&gt;&lt;object type=&quot;3&quot; unique_id=&quot;10188&quot;&gt;&lt;property id=&quot;20148&quot; value=&quot;5&quot;/&gt;&lt;property id=&quot;20300&quot; value=&quot;Slide 186 - &amp;quot;Qui trình INDO&amp;quot;&quot;/&gt;&lt;property id=&quot;20307&quot; value=&quot;601&quot;/&gt;&lt;/object&gt;&lt;object type=&quot;3&quot; unique_id=&quot;10189&quot;&gt;&lt;property id=&quot;20148&quot; value=&quot;5&quot;/&gt;&lt;property id=&quot;20300&quot; value=&quot;Slide 187 - &amp;quot;Qui trình INDO&amp;quot;&quot;/&gt;&lt;property id=&quot;20307&quot; value=&quot;493&quot;/&gt;&lt;/object&gt;&lt;object type=&quot;3&quot; unique_id=&quot;10190&quot;&gt;&lt;property id=&quot;20148&quot; value=&quot;5&quot;/&gt;&lt;property id=&quot;20300&quot; value=&quot;Slide 188 - &amp;quot;Ví dụ về qui trình INDO&amp;quot;&quot;/&gt;&lt;property id=&quot;20307&quot; value=&quot;494&quot;/&gt;&lt;/object&gt;&lt;object type=&quot;3&quot; unique_id=&quot;10191&quot;&gt;&lt;property id=&quot;20148&quot; value=&quot;5&quot;/&gt;&lt;property id=&quot;20300&quot; value=&quot;Slide 189&quot;/&gt;&lt;property id=&quot;20307&quot; value=&quot;495&quot;/&gt;&lt;/object&gt;&lt;object type=&quot;3&quot; unique_id=&quot;10192&quot;&gt;&lt;property id=&quot;20148&quot; value=&quot;5&quot;/&gt;&lt;property id=&quot;20300&quot; value=&quot;Slide 190 - &amp;quot;Hợp giải – Qui tắc&amp;quot;&quot;/&gt;&lt;property id=&quot;20307&quot; value=&quot;496&quot;/&gt;&lt;/object&gt;&lt;object type=&quot;3&quot; unique_id=&quot;10193&quot;&gt;&lt;property id=&quot;20148&quot; value=&quot;5&quot;/&gt;&lt;property id=&quot;20300&quot; value=&quot;Slide 191 - &amp;quot;Hợp giải – Thuật toán&amp;quot;&quot;/&gt;&lt;property id=&quot;20307&quot; value=&quot;497&quot;/&gt;&lt;/object&gt;&lt;object type=&quot;3&quot; unique_id=&quot;10194&quot;&gt;&lt;property id=&quot;20148&quot; value=&quot;5&quot;/&gt;&lt;property id=&quot;20300&quot; value=&quot;Slide 192 - &amp;quot;Thuật toán – Ví dụ 1&amp;quot;&quot;/&gt;&lt;property id=&quot;20307&quot; value=&quot;603&quot;/&gt;&lt;/object&gt;&lt;object type=&quot;3&quot; unique_id=&quot;10195&quot;&gt;&lt;property id=&quot;20148&quot; value=&quot;5&quot;/&gt;&lt;property id=&quot;20300&quot; value=&quot;Slide 193 - &amp;quot;Thuật toán – Ví dụ 1&amp;quot;&quot;/&gt;&lt;property id=&quot;20307&quot; value=&quot;498&quot;/&gt;&lt;/object&gt;&lt;object type=&quot;3&quot; unique_id=&quot;10196&quot;&gt;&lt;property id=&quot;20148&quot; value=&quot;5&quot;/&gt;&lt;property id=&quot;20300&quot; value=&quot;Slide 194 - &amp;quot;Ví dụ 2&amp;quot;&quot;/&gt;&lt;property id=&quot;20307&quot; value=&quot;499&quot;/&gt;&lt;/object&gt;&lt;object type=&quot;3&quot; unique_id=&quot;10197&quot;&gt;&lt;property id=&quot;20148&quot; value=&quot;5&quot;/&gt;&lt;property id=&quot;20300&quot; value=&quot;Slide 195 - &amp;quot;Cây hợp giải&amp;quot;&quot;/&gt;&lt;property id=&quot;20307&quot; value=&quot;500&quot;/&gt;&lt;/object&gt;&lt;object type=&quot;3&quot; unique_id=&quot;10198&quot;&gt;&lt;property id=&quot;20148&quot; value=&quot;5&quot;/&gt;&lt;property id=&quot;20300&quot; value=&quot;Slide 196 - &amp;quot;Bài tập&amp;quot;&quot;/&gt;&lt;property id=&quot;20307&quot; value=&quot;501&quot;/&gt;&lt;/object&gt;&lt;object type=&quot;3&quot; unique_id=&quot;10199&quot;&gt;&lt;property id=&quot;20148&quot; value=&quot;5&quot;/&gt;&lt;property id=&quot;20300&quot; value=&quot;Slide 197 - &amp;quot;Bài tập&amp;quot;&quot;/&gt;&lt;property id=&quot;20307&quot; value=&quot;604&quot;/&gt;&lt;/object&gt;&lt;object type=&quot;3&quot; unique_id=&quot;10200&quot;&gt;&lt;property id=&quot;20148&quot; value=&quot;5&quot;/&gt;&lt;property id=&quot;20300&quot; value=&quot;Slide 198 - &amp;quot;Bài tập&amp;quot;&quot;/&gt;&lt;property id=&quot;20307&quot; value=&quot;502&quot;/&gt;&lt;/object&gt;&lt;object type=&quot;3&quot; unique_id=&quot;10201&quot;&gt;&lt;property id=&quot;20148&quot; value=&quot;5&quot;/&gt;&lt;property id=&quot;20300&quot; value=&quot;Slide 199 - &amp;quot;Hợp giải – Nhận xét&amp;quot;&quot;/&gt;&lt;property id=&quot;20307&quot; value=&quot;503&quot;/&gt;&lt;/object&gt;&lt;object type=&quot;3&quot; unique_id=&quot;10202&quot;&gt;&lt;property id=&quot;20148&quot; value=&quot;5&quot;/&gt;&lt;property id=&quot;20300&quot; value=&quot;Slide 200 - &amp;quot;Hợp giải tuyến tính&amp;quot;&quot;/&gt;&lt;property id=&quot;20307&quot; value=&quot;504&quot;/&gt;&lt;/object&gt;&lt;object type=&quot;3&quot; unique_id=&quot;10203&quot;&gt;&lt;property id=&quot;20148&quot; value=&quot;5&quot;/&gt;&lt;property id=&quot;20300&quot; value=&quot;Slide 201 - &amp;quot;Hợp giải tuyến tính&amp;quot;&quot;/&gt;&lt;property id=&quot;20307&quot; value=&quot;505&quot;/&gt;&lt;/object&gt;&lt;object type=&quot;3&quot; unique_id=&quot;10204&quot;&gt;&lt;property id=&quot;20148&quot; value=&quot;5&quot;/&gt;&lt;property id=&quot;20300&quot; value=&quot;Slide 202 - &amp;quot;HGTT – Ví dụ 1&amp;quot;&quot;/&gt;&lt;property id=&quot;20307&quot; value=&quot;506&quot;/&gt;&lt;/object&gt;&lt;object type=&quot;3&quot; unique_id=&quot;10205&quot;&gt;&lt;property id=&quot;20148&quot; value=&quot;5&quot;/&gt;&lt;property id=&quot;20300&quot; value=&quot;Slide 203 - &amp;quot;HGTT – Ví dụ 2&amp;quot;&quot;/&gt;&lt;property id=&quot;20307&quot; value=&quot;507&quot;/&gt;&lt;/object&gt;&lt;object type=&quot;3&quot; unique_id=&quot;10206&quot;&gt;&lt;property id=&quot;20148&quot; value=&quot;5&quot;/&gt;&lt;property id=&quot;20300&quot; value=&quot;Slide 204 - &amp;quot;HGTT – Ví dụ 2&amp;quot;&quot;/&gt;&lt;property id=&quot;20307&quot; value=&quot;508&quot;/&gt;&lt;/object&gt;&lt;object type=&quot;3&quot; unique_id=&quot;10207&quot;&gt;&lt;property id=&quot;20148&quot; value=&quot;5&quot;/&gt;&lt;property id=&quot;20300&quot; value=&quot;Slide 205 - &amp;quot;Robinson – Heuristic&amp;quot;&quot;/&gt;&lt;property id=&quot;20307&quot; value=&quot;509&quot;/&gt;&lt;/object&gt;&lt;object type=&quot;3&quot; unique_id=&quot;10208&quot;&gt;&lt;property id=&quot;20148&quot; value=&quot;5&quot;/&gt;&lt;property id=&quot;20300&quot; value=&quot;Slide 206 - &amp;quot;Thuật giải Robinson&amp;quot;&quot;/&gt;&lt;property id=&quot;20307&quot; value=&quot;642&quot;/&gt;&lt;/object&gt;&lt;object type=&quot;3&quot; unique_id=&quot;10209&quot;&gt;&lt;property id=&quot;20148&quot; value=&quot;5&quot;/&gt;&lt;property id=&quot;20300&quot; value=&quot;Slide 207 - &amp;quot;Thuật giải Robinson&amp;quot;&quot;/&gt;&lt;property id=&quot;20307&quot; value=&quot;643&quot;/&gt;&lt;/object&gt;&lt;object type=&quot;3&quot; unique_id=&quot;10210&quot;&gt;&lt;property id=&quot;20148&quot; value=&quot;5&quot;/&gt;&lt;property id=&quot;20300&quot; value=&quot;Slide 208 - &amp;quot;Thuật giải Robinson&amp;quot;&quot;/&gt;&lt;property id=&quot;20307&quot; value=&quot;644&quot;/&gt;&lt;/object&gt;&lt;object type=&quot;3&quot; unique_id=&quot;10211&quot;&gt;&lt;property id=&quot;20148&quot; value=&quot;5&quot;/&gt;&lt;property id=&quot;20300&quot; value=&quot;Slide 209 - &amp;quot;Ví dụ&amp;quot;&quot;/&gt;&lt;property id=&quot;20307&quot; value=&quot;510&quot;/&gt;&lt;/object&gt;&lt;object type=&quot;3&quot; unique_id=&quot;10212&quot;&gt;&lt;property id=&quot;20148&quot; value=&quot;5&quot;/&gt;&lt;property id=&quot;20300&quot; value=&quot;Slide 210 - &amp;quot;Bài tập&amp;quot;&quot;/&gt;&lt;property id=&quot;20307&quot; value=&quot;645&quot;/&gt;&lt;/object&gt;&lt;object type=&quot;3&quot; unique_id=&quot;10213&quot;&gt;&lt;property id=&quot;20148&quot; value=&quot;5&quot;/&gt;&lt;property id=&quot;20300&quot; value=&quot;Slide 211 - &amp;quot;Heuristic -  nhược điểm&amp;quot;&quot;/&gt;&lt;property id=&quot;20307&quot; value=&quot;511&quot;/&gt;&lt;/object&gt;&lt;object type=&quot;3&quot; unique_id=&quot;10214&quot;&gt;&lt;property id=&quot;20148&quot; value=&quot;5&quot;/&gt;&lt;property id=&quot;20300&quot; value=&quot;Slide 212 - &amp;quot;Heuristic -  nhược điểm&amp;quot;&quot;/&gt;&lt;property id=&quot;20307&quot; value=&quot;646&quot;/&gt;&lt;/object&gt;&lt;object type=&quot;3&quot; unique_id=&quot;10215&quot;&gt;&lt;property id=&quot;20148&quot; value=&quot;5&quot;/&gt;&lt;property id=&quot;20300&quot; value=&quot;Slide 213 - &amp;quot;Robinson – Heuristic&amp;#x0D;&amp;#x0A;Một số cải tiến&amp;quot;&quot;/&gt;&lt;property id=&quot;20307&quot; value=&quot;513&quot;/&gt;&lt;/object&gt;&lt;object type=&quot;3&quot; unique_id=&quot;10216&quot;&gt;&lt;property id=&quot;20148&quot; value=&quot;5&quot;/&gt;&lt;property id=&quot;20300&quot; value=&quot;Slide 214 - &amp;quot;Thuật giải Vương Hạo (1960)&amp;quot;&quot;/&gt;&lt;property id=&quot;20307&quot; value=&quot;514&quot;/&gt;&lt;/object&gt;&lt;object type=&quot;3&quot; unique_id=&quot;10217&quot;&gt;&lt;property id=&quot;20148&quot; value=&quot;5&quot;/&gt;&lt;property id=&quot;20300&quot; value=&quot;Slide 215 - &amp;quot;Vương Hạo – Phát biểu&amp;quot;&quot;/&gt;&lt;property id=&quot;20307&quot; value=&quot;515&quot;/&gt;&lt;/object&gt;&lt;object type=&quot;3&quot; unique_id=&quot;10218&quot;&gt;&lt;property id=&quot;20148&quot; value=&quot;5&quot;/&gt;&lt;property id=&quot;20300&quot; value=&quot;Slide 216 - &amp;quot;Vương Hạo – Phát biểu&amp;quot;&quot;/&gt;&lt;property id=&quot;20307&quot; value=&quot;641&quot;/&gt;&lt;/object&gt;&lt;object type=&quot;3&quot; unique_id=&quot;10219&quot;&gt;&lt;property id=&quot;20148&quot; value=&quot;5&quot;/&gt;&lt;property id=&quot;20300&quot; value=&quot;Slide 217 - &amp;quot;Vương Hạo – Ví dụ 1&amp;quot;&quot;/&gt;&lt;property id=&quot;20307&quot; value=&quot;516&quot;/&gt;&lt;/object&gt;&lt;object type=&quot;3&quot; unique_id=&quot;10220&quot;&gt;&lt;property id=&quot;20148&quot; value=&quot;5&quot;/&gt;&lt;property id=&quot;20300&quot; value=&quot;Slide 218&quot;/&gt;&lt;property id=&quot;20307&quot; value=&quot;517&quot;/&gt;&lt;/object&gt;&lt;object type=&quot;3&quot; unique_id=&quot;10221&quot;&gt;&lt;property id=&quot;20148&quot; value=&quot;5&quot;/&gt;&lt;property id=&quot;20300&quot; value=&quot;Slide 219 - &amp;quot;Vương Hạo – Nhận xét&amp;quot;&quot;/&gt;&lt;property id=&quot;20307&quot; value=&quot;518&quot;/&gt;&lt;/object&gt;&lt;object type=&quot;3&quot; unique_id=&quot;10222&quot;&gt;&lt;property id=&quot;20148&quot; value=&quot;5&quot;/&gt;&lt;property id=&quot;20300&quot; value=&quot;Slide 220 - &amp;quot;Suy diễn trong logic mệnh đề&amp;quot;&quot;/&gt;&lt;property id=&quot;20307&quot; value=&quot;519&quot;/&gt;&lt;/object&gt;&lt;object type=&quot;3&quot; unique_id=&quot;10223&quot;&gt;&lt;property id=&quot;20148&quot; value=&quot;5&quot;/&gt;&lt;property id=&quot;20300&quot; value=&quot;Slide 221 - &amp;quot;Ví dụ&amp;quot;&quot;/&gt;&lt;property id=&quot;20307&quot; value=&quot;520&quot;/&gt;&lt;/object&gt;&lt;object type=&quot;3&quot; unique_id=&quot;10224&quot;&gt;&lt;property id=&quot;20148&quot; value=&quot;5&quot;/&gt;&lt;property id=&quot;20300&quot; value=&quot;Slide 222&quot;/&gt;&lt;property id=&quot;20307&quot; value=&quot;521&quot;/&gt;&lt;/object&gt;&lt;object type=&quot;3&quot; unique_id=&quot;10225&quot;&gt;&lt;property id=&quot;20148&quot; value=&quot;5&quot;/&gt;&lt;property id=&quot;20300&quot; value=&quot;Slide 223&quot;/&gt;&lt;property id=&quot;20307&quot; value=&quot;522&quot;/&gt;&lt;/object&gt;&lt;object type=&quot;3&quot; unique_id=&quot;10226&quot;&gt;&lt;property id=&quot;20148&quot; value=&quot;5&quot;/&gt;&lt;property id=&quot;20300&quot; value=&quot;Slide 224&quot;/&gt;&lt;property id=&quot;20307&quot; value=&quot;523&quot;/&gt;&lt;/object&gt;&lt;object type=&quot;3&quot; unique_id=&quot;10227&quot;&gt;&lt;property id=&quot;20148&quot; value=&quot;5&quot;/&gt;&lt;property id=&quot;20300&quot; value=&quot;Slide 225&quot;/&gt;&lt;property id=&quot;20307&quot; value=&quot;524&quot;/&gt;&lt;/object&gt;&lt;object type=&quot;3&quot; unique_id=&quot;10228&quot;&gt;&lt;property id=&quot;20148&quot; value=&quot;5&quot;/&gt;&lt;property id=&quot;20300&quot; value=&quot;Slide 226&quot;/&gt;&lt;property id=&quot;20307&quot; value=&quot;525&quot;/&gt;&lt;/object&gt;&lt;object type=&quot;3&quot; unique_id=&quot;10229&quot;&gt;&lt;property id=&quot;20148&quot; value=&quot;5&quot;/&gt;&lt;property id=&quot;20300&quot; value=&quot;Slide 227&quot;/&gt;&lt;property id=&quot;20307&quot; value=&quot;526&quot;/&gt;&lt;/object&gt;&lt;object type=&quot;3&quot; unique_id=&quot;10230&quot;&gt;&lt;property id=&quot;20148&quot; value=&quot;5&quot;/&gt;&lt;property id=&quot;20300&quot; value=&quot;Slide 228 - &amp;quot;Mạng ngữ nghĩa&amp;quot;&quot;/&gt;&lt;property id=&quot;20307&quot; value=&quot;527&quot;/&gt;&lt;/object&gt;&lt;object type=&quot;3&quot; unique_id=&quot;10231&quot;&gt;&lt;property id=&quot;20148&quot; value=&quot;5&quot;/&gt;&lt;property id=&quot;20300&quot; value=&quot;Slide 229 - &amp;quot;Ví dụ về mạng tam giác&amp;quot;&quot;/&gt;&lt;property id=&quot;20307&quot; value=&quot;528&quot;/&gt;&lt;/object&gt;&lt;object type=&quot;3&quot; unique_id=&quot;10232&quot;&gt;&lt;property id=&quot;20148&quot; value=&quot;5&quot;/&gt;&lt;property id=&quot;20300&quot; value=&quot;Slide 230&quot;/&gt;&lt;property id=&quot;20307&quot; value=&quot;529&quot;/&gt;&lt;/object&gt;&lt;object type=&quot;3&quot; unique_id=&quot;10233&quot;&gt;&lt;property id=&quot;20148&quot; value=&quot;5&quot;/&gt;&lt;property id=&quot;20300&quot; value=&quot;Slide 231&quot;/&gt;&lt;property id=&quot;20307&quot; value=&quot;530&quot;/&gt;&lt;/object&gt;&lt;object type=&quot;3&quot; unique_id=&quot;10234&quot;&gt;&lt;property id=&quot;20148&quot; value=&quot;5&quot;/&gt;&lt;property id=&quot;20300&quot; value=&quot;Slide 232 - &amp;quot;Xây dựng mô hình MNN&amp;quot;&quot;/&gt;&lt;property id=&quot;20307&quot; value=&quot;531&quot;/&gt;&lt;/object&gt;&lt;object type=&quot;3&quot; unique_id=&quot;10235&quot;&gt;&lt;property id=&quot;20148&quot; value=&quot;5&quot;/&gt;&lt;property id=&quot;20300&quot; value=&quot;Slide 233&quot;/&gt;&lt;property id=&quot;20307&quot; value=&quot;532&quot;/&gt;&lt;/object&gt;&lt;object type=&quot;3&quot; unique_id=&quot;10236&quot;&gt;&lt;property id=&quot;20148&quot; value=&quot;5&quot;/&gt;&lt;property id=&quot;20300&quot; value=&quot;Slide 234 - &amp;quot;Cơ chế suy diễn MNN&amp;quot;&quot;/&gt;&lt;property id=&quot;20307&quot; value=&quot;533&quot;/&gt;&lt;/object&gt;&lt;object type=&quot;3&quot; unique_id=&quot;10237&quot;&gt;&lt;property id=&quot;20148&quot; value=&quot;5&quot;/&gt;&lt;property id=&quot;20300&quot; value=&quot;Slide 235&quot;/&gt;&lt;property id=&quot;20307&quot; value=&quot;534&quot;/&gt;&lt;/object&gt;&lt;object type=&quot;3&quot; unique_id=&quot;10238&quot;&gt;&lt;property id=&quot;20148&quot; value=&quot;5&quot;/&gt;&lt;property id=&quot;20300&quot; value=&quot;Slide 236 - &amp;quot;MNN – Một số câu hỏi&amp;quot;&quot;/&gt;&lt;property id=&quot;20307&quot; value=&quot;535&quot;/&gt;&lt;/object&gt;&lt;object type=&quot;3&quot; unique_id=&quot;10239&quot;&gt;&lt;property id=&quot;20148&quot; value=&quot;5&quot;/&gt;&lt;property id=&quot;20300&quot; value=&quot;Slide 237 - &amp;quot;PHÂN LỚP VÀ DỰ ĐOÁN&amp;quot;&quot;/&gt;&lt;property id=&quot;20307&quot; value=&quot;605&quot;/&gt;&lt;/object&gt;&lt;object type=&quot;3&quot; unique_id=&quot;10240&quot;&gt;&lt;property id=&quot;20148&quot; value=&quot;5&quot;/&gt;&lt;property id=&quot;20300&quot; value=&quot;Slide 238 - &amp;quot;NỘI DUNG&amp;quot;&quot;/&gt;&lt;property id=&quot;20307&quot; value=&quot;537&quot;/&gt;&lt;/object&gt;&lt;object type=&quot;3&quot; unique_id=&quot;10241&quot;&gt;&lt;property id=&quot;20148&quot; value=&quot;5&quot;/&gt;&lt;property id=&quot;20300&quot; value=&quot;Slide 239 - &amp;quot;Phân lớp là gì?Dự đoán là gì?&amp;quot;&quot;/&gt;&lt;property id=&quot;20307&quot; value=&quot;538&quot;/&gt;&lt;/object&gt;&lt;object type=&quot;3&quot; unique_id=&quot;10242&quot;&gt;&lt;property id=&quot;20148&quot; value=&quot;5&quot;/&gt;&lt;property id=&quot;20300&quot; value=&quot;Slide 240&quot;/&gt;&lt;property id=&quot;20307&quot; value=&quot;539&quot;/&gt;&lt;/object&gt;&lt;object type=&quot;3&quot; unique_id=&quot;10243&quot;&gt;&lt;property id=&quot;20148&quot; value=&quot;5&quot;/&gt;&lt;property id=&quot;20300&quot; value=&quot;Slide 241&quot;/&gt;&lt;property id=&quot;20307&quot; value=&quot;606&quot;/&gt;&lt;/object&gt;&lt;object type=&quot;3&quot; unique_id=&quot;10244&quot;&gt;&lt;property id=&quot;20148&quot; value=&quot;5&quot;/&gt;&lt;property id=&quot;20300&quot; value=&quot;Slide 242&quot;/&gt;&lt;property id=&quot;20307&quot; value=&quot;540&quot;/&gt;&lt;/object&gt;&lt;object type=&quot;3&quot; unique_id=&quot;10245&quot;&gt;&lt;property id=&quot;20148&quot; value=&quot;5&quot;/&gt;&lt;property id=&quot;20300&quot; value=&quot;Slide 243 - &amp;quot;Chuẩn bị dữ liệu&amp;quot;&quot;/&gt;&lt;property id=&quot;20307&quot; value=&quot;541&quot;/&gt;&lt;/object&gt;&lt;object type=&quot;3&quot; unique_id=&quot;10246&quot;&gt;&lt;property id=&quot;20148&quot; value=&quot;5&quot;/&gt;&lt;property id=&quot;20300&quot; value=&quot;Slide 244 - &amp;quot;So sánh các phương pháp phân lớp &amp;quot;&quot;/&gt;&lt;property id=&quot;20307&quot; value=&quot;542&quot;/&gt;&lt;/object&gt;&lt;object type=&quot;3&quot; unique_id=&quot;10247&quot;&gt;&lt;property id=&quot;20148&quot; value=&quot;5&quot;/&gt;&lt;property id=&quot;20300&quot; value=&quot;Slide 245 - &amp;quot;CÂY QUYẾT ĐỊNH&amp;quot;&quot;/&gt;&lt;property id=&quot;20307&quot; value=&quot;543&quot;/&gt;&lt;/object&gt;&lt;object type=&quot;3&quot; unique_id=&quot;10248&quot;&gt;&lt;property id=&quot;20148&quot; value=&quot;5&quot;/&gt;&lt;property id=&quot;20300&quot; value=&quot;Slide 246 - &amp;quot;Cây quyết định&amp;quot;&quot;/&gt;&lt;property id=&quot;20307&quot; value=&quot;544&quot;/&gt;&lt;/object&gt;&lt;object type=&quot;3&quot; unique_id=&quot;10249&quot;&gt;&lt;property id=&quot;20148&quot; value=&quot;5&quot;/&gt;&lt;property id=&quot;20300&quot; value=&quot;Slide 247 - &amp;quot;Ví dụ&amp;quot;&quot;/&gt;&lt;property id=&quot;20307&quot; value=&quot;545&quot;/&gt;&lt;/object&gt;&lt;object type=&quot;3&quot; unique_id=&quot;10250&quot;&gt;&lt;property id=&quot;20148&quot; value=&quot;5&quot;/&gt;&lt;property id=&quot;20300&quot; value=&quot;Slide 248&quot;/&gt;&lt;property id=&quot;20307&quot; value=&quot;608&quot;/&gt;&lt;/object&gt;&lt;object type=&quot;3&quot; unique_id=&quot;10251&quot;&gt;&lt;property id=&quot;20148&quot; value=&quot;5&quot;/&gt;&lt;property id=&quot;20300&quot; value=&quot;Slide 249&quot;/&gt;&lt;property id=&quot;20307&quot; value=&quot;546&quot;/&gt;&lt;/object&gt;&lt;object type=&quot;3&quot; unique_id=&quot;10252&quot;&gt;&lt;property id=&quot;20148&quot; value=&quot;5&quot;/&gt;&lt;property id=&quot;20300&quot; value=&quot;Slide 250 - &amp;quot;Chiến lược cơ bản&amp;quot;&quot;/&gt;&lt;property id=&quot;20307&quot; value=&quot;547&quot;/&gt;&lt;/object&gt;&lt;object type=&quot;3&quot; unique_id=&quot;10253&quot;&gt;&lt;property id=&quot;20148&quot; value=&quot;5&quot;/&gt;&lt;property id=&quot;20300&quot; value=&quot;Slide 251&quot;/&gt;&lt;property id=&quot;20307&quot; value=&quot;548&quot;/&gt;&lt;/object&gt;&lt;object type=&quot;3&quot; unique_id=&quot;10254&quot;&gt;&lt;property id=&quot;20148&quot; value=&quot;5&quot;/&gt;&lt;property id=&quot;20300&quot; value=&quot;Slide 252 - &amp;quot;Bảng dữ liệu huấn luyện&amp;quot;&quot;/&gt;&lt;property id=&quot;20307&quot; value=&quot;549&quot;/&gt;&lt;/object&gt;&lt;object type=&quot;3&quot; unique_id=&quot;10255&quot;&gt;&lt;property id=&quot;20148&quot; value=&quot;5&quot;/&gt;&lt;property id=&quot;20300&quot; value=&quot;Slide 253 - &amp;quot;Cây quyết định chơi Tennis&amp;quot;&quot;/&gt;&lt;property id=&quot;20307&quot; value=&quot;550&quot;/&gt;&lt;/object&gt;&lt;object type=&quot;3&quot; unique_id=&quot;10256&quot;&gt;&lt;property id=&quot;20148&quot; value=&quot;5&quot;/&gt;&lt;property id=&quot;20300&quot; value=&quot;Slide 254 - &amp;quot;Cây quyết định đơn giản&amp;quot;&quot;/&gt;&lt;property id=&quot;20307&quot; value=&quot;551&quot;/&gt;&lt;/object&gt;&lt;object type=&quot;3&quot; unique_id=&quot;10257&quot;&gt;&lt;property id=&quot;20148&quot; value=&quot;5&quot;/&gt;&lt;property id=&quot;20300&quot; value=&quot;Slide 255 - &amp;quot;Thuộc tính nào là tốt nhất &amp;quot;&quot;/&gt;&lt;property id=&quot;20307&quot; value=&quot;552&quot;/&gt;&lt;/object&gt;&lt;object type=&quot;3&quot; unique_id=&quot;10258&quot;&gt;&lt;property id=&quot;20148&quot; value=&quot;5&quot;/&gt;&lt;property id=&quot;20300&quot; value=&quot;Slide 256 - &amp;quot;Độ đo V(Quinlan)&amp;quot;&quot;/&gt;&lt;property id=&quot;20307&quot; value=&quot;609&quot;/&gt;&lt;/object&gt;&lt;object type=&quot;3&quot; unique_id=&quot;10259&quot;&gt;&lt;property id=&quot;20148&quot; value=&quot;5&quot;/&gt;&lt;property id=&quot;20300&quot; value=&quot;Slide 257&quot;/&gt;&lt;property id=&quot;20307&quot; value=&quot;553&quot;/&gt;&lt;/object&gt;&lt;object type=&quot;3&quot; unique_id=&quot;10260&quot;&gt;&lt;property id=&quot;20148&quot; value=&quot;5&quot;/&gt;&lt;property id=&quot;20300&quot; value=&quot;Slide 258 - &amp;quot;Độ đo V&amp;quot;&quot;/&gt;&lt;property id=&quot;20307&quot; value=&quot;554&quot;/&gt;&lt;/object&gt;&lt;object type=&quot;3&quot; unique_id=&quot;10261&quot;&gt;&lt;property id=&quot;20148&quot; value=&quot;5&quot;/&gt;&lt;property id=&quot;20300&quot; value=&quot;Slide 259 - &amp;quot;Cây quyết định cuối cùng&amp;quot;&quot;/&gt;&lt;property id=&quot;20307&quot; value=&quot;555&quot;/&gt;&lt;/object&gt;&lt;object type=&quot;3&quot; unique_id=&quot;10262&quot;&gt;&lt;property id=&quot;20148&quot; value=&quot;5&quot;/&gt;&lt;property id=&quot;20300&quot; value=&quot;Slide 260 - &amp;quot;Entropy&amp;quot;&quot;/&gt;&lt;property id=&quot;20307&quot; value=&quot;556&quot;/&gt;&lt;/object&gt;&lt;object type=&quot;3&quot; unique_id=&quot;10263&quot;&gt;&lt;property id=&quot;20148&quot; value=&quot;5&quot;/&gt;&lt;property id=&quot;20300&quot; value=&quot;Slide 261 - &amp;quot;Ví dụ&amp;quot;&quot;/&gt;&lt;property id=&quot;20307&quot; value=&quot;557&quot;/&gt;&lt;/object&gt;&lt;object type=&quot;3&quot; unique_id=&quot;10264&quot;&gt;&lt;property id=&quot;20148&quot; value=&quot;5&quot;/&gt;&lt;property id=&quot;20300&quot; value=&quot;Slide 262 - &amp;quot;Ví dụ&amp;quot;&quot;/&gt;&lt;property id=&quot;20307&quot; value=&quot;558&quot;/&gt;&lt;/object&gt;&lt;object type=&quot;3&quot; unique_id=&quot;10265&quot;&gt;&lt;property id=&quot;20148&quot; value=&quot;5&quot;/&gt;&lt;property id=&quot;20300&quot; value=&quot;Slide 263 - &amp;quot;INFORMATION GAIN &amp;#x0D;&amp;#x0A;(CÂY ĐỊNH DANH)&amp;quot;&quot;/&gt;&lt;property id=&quot;20307&quot; value=&quot;610&quot;/&gt;&lt;/object&gt;&lt;object type=&quot;3&quot; unique_id=&quot;10266&quot;&gt;&lt;property id=&quot;20148&quot; value=&quot;5&quot;/&gt;&lt;property id=&quot;20300&quot; value=&quot;Slide 264 - &amp;quot;Information Gain &amp;quot;&quot;/&gt;&lt;property id=&quot;20307&quot; value=&quot;559&quot;/&gt;&lt;/object&gt;&lt;object type=&quot;3&quot; unique_id=&quot;10267&quot;&gt;&lt;property id=&quot;20148&quot; value=&quot;5&quot;/&gt;&lt;property id=&quot;20300&quot; value=&quot;Slide 265&quot;/&gt;&lt;property id=&quot;20307&quot; value=&quot;560&quot;/&gt;&lt;/object&gt;&lt;object type=&quot;3&quot; unique_id=&quot;10268&quot;&gt;&lt;property id=&quot;20148&quot; value=&quot;5&quot;/&gt;&lt;property id=&quot;20300&quot; value=&quot;Slide 266&quot;/&gt;&lt;property id=&quot;20307&quot; value=&quot;561&quot;/&gt;&lt;/object&gt;&lt;object type=&quot;3&quot; unique_id=&quot;10269&quot;&gt;&lt;property id=&quot;20148&quot; value=&quot;5&quot;/&gt;&lt;property id=&quot;20300&quot; value=&quot;Slide 267 - &amp;quot;Information Gain của tất cả các thuộc tính &amp;quot;&quot;/&gt;&lt;property id=&quot;20307&quot; value=&quot;562&quot;/&gt;&lt;/object&gt;&lt;object type=&quot;3&quot; unique_id=&quot;10270&quot;&gt;&lt;property id=&quot;20148&quot; value=&quot;5&quot;/&gt;&lt;property id=&quot;20300&quot; value=&quot;Slide 268&quot;/&gt;&lt;property id=&quot;20307&quot; value=&quot;563&quot;/&gt;&lt;/object&gt;&lt;object type=&quot;3&quot; unique_id=&quot;10271&quot;&gt;&lt;property id=&quot;20148&quot; value=&quot;5&quot;/&gt;&lt;property id=&quot;20300&quot; value=&quot;Slide 269&quot;/&gt;&lt;property id=&quot;20307&quot; value=&quot;611&quot;/&gt;&lt;/object&gt;&lt;object type=&quot;3&quot; unique_id=&quot;10272&quot;&gt;&lt;property id=&quot;20148&quot; value=&quot;5&quot;/&gt;&lt;property id=&quot;20300&quot; value=&quot;Slide 270 - &amp;quot;Điều kiện dừng  &amp;quot;&quot;/&gt;&lt;property id=&quot;20307&quot; value=&quot;564&quot;/&gt;&lt;/object&gt;&lt;object type=&quot;3&quot; unique_id=&quot;10273&quot;&gt;&lt;property id=&quot;20148&quot; value=&quot;5&quot;/&gt;&lt;property id=&quot;20300&quot; value=&quot;Slide 271 - &amp;quot;Thuật giải Học Quy nạp &amp;#x0D;&amp;#x0A;(ILA: Inductive Learning Algorithm)&amp;quot;&quot;/&gt;&lt;property id=&quot;20307&quot; value=&quot;613&quot;/&gt;&lt;/object&gt;&lt;object type=&quot;3&quot; unique_id=&quot;10274&quot;&gt;&lt;property id=&quot;20148&quot; value=&quot;5&quot;/&gt;&lt;property id=&quot;20300&quot; value=&quot;Slide 272 - &amp;quot;ILA&amp;quot;&quot;/&gt;&lt;property id=&quot;20307&quot; value=&quot;614&quot;/&gt;&lt;/object&gt;&lt;object type=&quot;3&quot; unique_id=&quot;10275&quot;&gt;&lt;property id=&quot;20148&quot; value=&quot;5&quot;/&gt;&lt;property id=&quot;20300&quot; value=&quot;Slide 273 - &amp;quot;ILA&amp;quot;&quot;/&gt;&lt;property id=&quot;20307&quot; value=&quot;615&quot;/&gt;&lt;/object&gt;&lt;object type=&quot;3&quot; unique_id=&quot;10276&quot;&gt;&lt;property id=&quot;20148&quot; value=&quot;5&quot;/&gt;&lt;property id=&quot;20300&quot; value=&quot;Slide 274 - &amp;quot;ILA&amp;quot;&quot;/&gt;&lt;property id=&quot;20307&quot; value=&quot;616&quot;/&gt;&lt;/object&gt;&lt;object type=&quot;3&quot; unique_id=&quot;10277&quot;&gt;&lt;property id=&quot;20148&quot; value=&quot;5&quot;/&gt;&lt;property id=&quot;20300&quot; value=&quot;Slide 275 - &amp;quot;ILA&amp;quot;&quot;/&gt;&lt;property id=&quot;20307&quot; value=&quot;617&quot;/&gt;&lt;/object&gt;&lt;object type=&quot;3&quot; unique_id=&quot;10278&quot;&gt;&lt;property id=&quot;20148&quot; value=&quot;5&quot;/&gt;&lt;property id=&quot;20300&quot; value=&quot;Slide 276 - &amp;quot;ILA&amp;quot;&quot;/&gt;&lt;property id=&quot;20307&quot; value=&quot;618&quot;/&gt;&lt;/object&gt;&lt;object type=&quot;3&quot; unique_id=&quot;10279&quot;&gt;&lt;property id=&quot;20148&quot; value=&quot;5&quot;/&gt;&lt;property id=&quot;20300&quot; value=&quot;Slide 277 - &amp;quot;ILA&amp;quot;&quot;/&gt;&lt;property id=&quot;20307&quot; value=&quot;619&quot;/&gt;&lt;/object&gt;&lt;object type=&quot;3&quot; unique_id=&quot;10280&quot;&gt;&lt;property id=&quot;20148&quot; value=&quot;5&quot;/&gt;&lt;property id=&quot;20300&quot; value=&quot;Slide 278&quot;/&gt;&lt;property id=&quot;20307&quot; value=&quot;620&quot;/&gt;&lt;/object&gt;&lt;object type=&quot;3&quot; unique_id=&quot;10281&quot;&gt;&lt;property id=&quot;20148&quot; value=&quot;5&quot;/&gt;&lt;property id=&quot;20300&quot; value=&quot;Slide 279&quot;/&gt;&lt;property id=&quot;20307&quot; value=&quot;621&quot;/&gt;&lt;/object&gt;&lt;object type=&quot;3&quot; unique_id=&quot;10282&quot;&gt;&lt;property id=&quot;20148&quot; value=&quot;5&quot;/&gt;&lt;property id=&quot;20300&quot; value=&quot;Slide 280 - &amp;quot;Xét bảng con 1&amp;quot;&quot;/&gt;&lt;property id=&quot;20307&quot; value=&quot;570&quot;/&gt;&lt;/object&gt;&lt;object type=&quot;3&quot; unique_id=&quot;10283&quot;&gt;&lt;property id=&quot;20148&quot; value=&quot;5&quot;/&gt;&lt;property id=&quot;20300&quot; value=&quot;Slide 281&quot;/&gt;&lt;property id=&quot;20307&quot; value=&quot;571&quot;/&gt;&lt;/object&gt;&lt;object type=&quot;3&quot; unique_id=&quot;10284&quot;&gt;&lt;property id=&quot;20148&quot; value=&quot;5&quot;/&gt;&lt;property id=&quot;20300&quot; value=&quot;Slide 282&quot;/&gt;&lt;property id=&quot;20307&quot; value=&quot;572&quot;/&gt;&lt;/object&gt;&lt;object type=&quot;3&quot; unique_id=&quot;10285&quot;&gt;&lt;property id=&quot;20148&quot; value=&quot;5&quot;/&gt;&lt;property id=&quot;20300&quot; value=&quot;Slide 283&quot;/&gt;&lt;property id=&quot;20307&quot; value=&quot;573&quot;/&gt;&lt;/object&gt;&lt;object type=&quot;3&quot; unique_id=&quot;10286&quot;&gt;&lt;property id=&quot;20148&quot; value=&quot;5&quot;/&gt;&lt;property id=&quot;20300&quot; value=&quot;Slide 284&quot;/&gt;&lt;property id=&quot;20307&quot; value=&quot;574&quot;/&gt;&lt;/object&gt;&lt;object type=&quot;3&quot; unique_id=&quot;10287&quot;&gt;&lt;property id=&quot;20148&quot; value=&quot;5&quot;/&gt;&lt;property id=&quot;20300&quot; value=&quot;Slide 285&quot;/&gt;&lt;property id=&quot;20307&quot; value=&quot;575&quot;/&gt;&lt;/object&gt;&lt;object type=&quot;3&quot; unique_id=&quot;19726&quot;&gt;&lt;property id=&quot;20148&quot; value=&quot;5&quot;/&gt;&lt;property id=&quot;20300&quot; value=&quot;Slide 84 - &amp;quot;Tìm kiếm với chi phí đồng nhất&amp;#x0D;&amp;#x0A;(UCS – Uniform Cost Search)&amp;quot;&quot;/&gt;&lt;property id=&quot;20307&quot; value=&quot;673&quot;/&gt;&lt;/object&gt;&lt;object type=&quot;3&quot; unique_id=&quot;19727&quot;&gt;&lt;property id=&quot;20148&quot; value=&quot;5&quot;/&gt;&lt;property id=&quot;20300&quot; value=&quot;Slide 85 - &amp;quot;Hàng đợi ưu tiên&amp;quot;&quot;/&gt;&lt;property id=&quot;20307&quot; value=&quot;674&quot;/&gt;&lt;/object&gt;&lt;object type=&quot;3&quot; unique_id=&quot;19728&quot;&gt;&lt;property id=&quot;20148&quot; value=&quot;5&quot;/&gt;&lt;property id=&quot;20300&quot; value=&quot;Slide 86 - &amp;quot;UCS &amp;quot;&quot;/&gt;&lt;property id=&quot;20307&quot; value=&quot;675&quot;/&gt;&lt;/object&gt;&lt;object type=&quot;3&quot; unique_id=&quot;19729&quot;&gt;&lt;property id=&quot;20148&quot; value=&quot;5&quot;/&gt;&lt;property id=&quot;20300&quot; value=&quot;Slide 87 - &amp;quot;Bắt đầu UCS&amp;quot;&quot;/&gt;&lt;property id=&quot;20307&quot; value=&quot;676&quot;/&gt;&lt;/object&gt;&lt;object type=&quot;3&quot; unique_id=&quot;19730&quot;&gt;&lt;property id=&quot;20148&quot; value=&quot;5&quot;/&gt;&lt;property id=&quot;20300&quot; value=&quot;Slide 88&quot;/&gt;&lt;property id=&quot;20307&quot; value=&quot;677&quot;/&gt;&lt;/object&gt;&lt;object type=&quot;3&quot; unique_id=&quot;19731&quot;&gt;&lt;property id=&quot;20148&quot; value=&quot;5&quot;/&gt;&lt;property id=&quot;20300&quot; value=&quot;Slide 89&quot;/&gt;&lt;property id=&quot;20307&quot; value=&quot;678&quot;/&gt;&lt;/object&gt;&lt;object type=&quot;3&quot; unique_id=&quot;19732&quot;&gt;&lt;property id=&quot;20148&quot; value=&quot;5&quot;/&gt;&lt;property id=&quot;20300&quot; value=&quot;Slide 90&quot;/&gt;&lt;property id=&quot;20307&quot; value=&quot;679&quot;/&gt;&lt;/object&gt;&lt;object type=&quot;3&quot; unique_id=&quot;19733&quot;&gt;&lt;property id=&quot;20148&quot; value=&quot;5&quot;/&gt;&lt;property id=&quot;20300&quot; value=&quot;Slide 91&quot;/&gt;&lt;property id=&quot;20307&quot; value=&quot;680&quot;/&gt;&lt;/object&gt;&lt;object type=&quot;3&quot; unique_id=&quot;19734&quot;&gt;&lt;property id=&quot;20148&quot; value=&quot;5&quot;/&gt;&lt;property id=&quot;20300&quot; value=&quot;Slide 92&quot;/&gt;&lt;property id=&quot;20307&quot; value=&quot;681&quot;/&gt;&lt;/object&gt;&lt;object type=&quot;3&quot; unique_id=&quot;19735&quot;&gt;&lt;property id=&quot;20148&quot; value=&quot;5&quot;/&gt;&lt;property id=&quot;20300&quot; value=&quot;Slide 93&quot;/&gt;&lt;property id=&quot;20307&quot; value=&quot;682&quot;/&gt;&lt;/object&gt;&lt;object type=&quot;3&quot; unique_id=&quot;19736&quot;&gt;&lt;property id=&quot;20148&quot; value=&quot;5&quot;/&gt;&lt;property id=&quot;20300&quot; value=&quot;Slide 94&quot;/&gt;&lt;property id=&quot;20307&quot; value=&quot;683&quot;/&gt;&lt;/object&gt;&lt;object type=&quot;3&quot; unique_id=&quot;19737&quot;&gt;&lt;property id=&quot;20148&quot; value=&quot;5&quot;/&gt;&lt;property id=&quot;20300&quot; value=&quot;Slide 95&quot;/&gt;&lt;property id=&quot;20307&quot; value=&quot;684&quot;/&gt;&lt;/object&gt;&lt;object type=&quot;3&quot; unique_id=&quot;19738&quot;&gt;&lt;property id=&quot;20148&quot; value=&quot;5&quot;/&gt;&lt;property id=&quot;20300&quot; value=&quot;Slide 96&quot;/&gt;&lt;property id=&quot;20307&quot; value=&quot;685&quot;/&gt;&lt;/object&gt;&lt;object type=&quot;3&quot; unique_id=&quot;19739&quot;&gt;&lt;property id=&quot;20148&quot; value=&quot;5&quot;/&gt;&lt;property id=&quot;20300&quot; value=&quot;Slide 97&quot;/&gt;&lt;property id=&quot;20307&quot; value=&quot;686&quot;/&gt;&lt;/object&gt;&lt;object type=&quot;3&quot; unique_id=&quot;19740&quot;&gt;&lt;property id=&quot;20148&quot; value=&quot;5&quot;/&gt;&lt;property id=&quot;20300&quot; value=&quot;Slide 98&quot;/&gt;&lt;property id=&quot;20307&quot; value=&quot;687&quot;/&gt;&lt;/object&gt;&lt;object type=&quot;3&quot; unique_id=&quot;19741&quot;&gt;&lt;property id=&quot;20148&quot; value=&quot;5&quot;/&gt;&lt;property id=&quot;20300&quot; value=&quot;Slide 99&quot;/&gt;&lt;property id=&quot;20307&quot; value=&quot;688&quot;/&gt;&lt;/object&gt;&lt;object type=&quot;3&quot; unique_id=&quot;19742&quot;&gt;&lt;property id=&quot;20148&quot; value=&quot;5&quot;/&gt;&lt;property id=&quot;20300&quot; value=&quot;Slide 100&quot;/&gt;&lt;property id=&quot;20307&quot; value=&quot;689&quot;/&gt;&lt;/object&gt;&lt;object type=&quot;3&quot; unique_id=&quot;19743&quot;&gt;&lt;property id=&quot;20148&quot; value=&quot;5&quot;/&gt;&lt;property id=&quot;20300&quot; value=&quot;Slide 101&quot;/&gt;&lt;property id=&quot;20307&quot; value=&quot;690&quot;/&gt;&lt;/object&gt;&lt;object type=&quot;3&quot; unique_id=&quot;19744&quot;&gt;&lt;property id=&quot;20148&quot; value=&quot;5&quot;/&gt;&lt;property id=&quot;20300&quot; value=&quot;Slide 102&quot;/&gt;&lt;property id=&quot;20307&quot; value=&quot;691&quot;/&gt;&lt;/object&gt;&lt;object type=&quot;3&quot; unique_id=&quot;19745&quot;&gt;&lt;property id=&quot;20148&quot; value=&quot;5&quot;/&gt;&lt;property id=&quot;20300&quot; value=&quot;Slide 103&quot;/&gt;&lt;property id=&quot;20307&quot; value=&quot;692&quot;/&gt;&lt;/object&gt;&lt;object type=&quot;3&quot; unique_id=&quot;19746&quot;&gt;&lt;property id=&quot;20148&quot; value=&quot;5&quot;/&gt;&lt;property id=&quot;20300&quot; value=&quot;Slide 104&quot;/&gt;&lt;property id=&quot;20307&quot; value=&quot;665&quot;/&gt;&lt;/object&gt;&lt;object type=&quot;3&quot; unique_id=&quot;19754&quot;&gt;&lt;property id=&quot;20148&quot; value=&quot;5&quot;/&gt;&lt;property id=&quot;20300&quot; value=&quot;Slide 65 - &amp;quot;Biểu diễn cây tìm kiếm&amp;quot;&quot;/&gt;&lt;property id=&quot;20307&quot; value=&quot;693&quot;/&gt;&lt;/object&gt;&lt;object type=&quot;3&quot; unique_id=&quot;19755&quot;&gt;&lt;property id=&quot;20148&quot; value=&quot;5&quot;/&gt;&lt;property id=&quot;20300&quot; value=&quot;Slide 66&quot;/&gt;&lt;property id=&quot;20307&quot; value=&quot;694&quot;/&gt;&lt;/object&gt;&lt;object type=&quot;3&quot; unique_id=&quot;19756&quot;&gt;&lt;property id=&quot;20148&quot; value=&quot;5&quot;/&gt;&lt;property id=&quot;20300&quot; value=&quot;Slide 67&quot;/&gt;&lt;property id=&quot;20307&quot; value=&quot;695&quot;/&gt;&lt;/object&gt;&lt;object type=&quot;3&quot; unique_id=&quot;19757&quot;&gt;&lt;property id=&quot;20148&quot; value=&quot;5&quot;/&gt;&lt;property id=&quot;20300&quot; value=&quot;Slide 68&quot;/&gt;&lt;property id=&quot;20307&quot; value=&quot;696&quot;/&gt;&lt;/object&gt;&lt;object type=&quot;3&quot; unique_id=&quot;19758&quot;&gt;&lt;property id=&quot;20148&quot; value=&quot;5&quot;/&gt;&lt;property id=&quot;20300&quot; value=&quot;Slide 69&quot;/&gt;&lt;property id=&quot;20307&quot; value=&quot;697&quot;/&gt;&lt;/object&gt;&lt;object type=&quot;3&quot; unique_id=&quot;19759&quot;&gt;&lt;property id=&quot;20148&quot; value=&quot;5&quot;/&gt;&lt;property id=&quot;20300&quot; value=&quot;Slide 70 - &amp;quot;Tìm kiếm theo chiều sâu&amp;quot;&quot;/&gt;&lt;property id=&quot;20307&quot; value=&quot;698&quot;/&gt;&lt;/object&gt;&lt;object type=&quot;3&quot; unique_id=&quot;19760&quot;&gt;&lt;property id=&quot;20148&quot; value=&quot;5&quot;/&gt;&lt;property id=&quot;20300&quot; value=&quot;Slide 71 - &amp;quot;DFS trên thực tế&amp;quot;&quot;/&gt;&lt;property id=&quot;20307&quot; value=&quot;699&quot;/&gt;&lt;/object&gt;&lt;object type=&quot;3&quot; unique_id=&quot;24051&quot;&gt;&lt;property id=&quot;20148&quot; value=&quot;5&quot;/&gt;&lt;property id=&quot;20300&quot; value=&quot;Slide 131 - &amp;quot;Thuật giải A*&amp;quot;&quot;/&gt;&lt;property id=&quot;20307&quot; value=&quot;700&quot;/&gt;&lt;/object&gt;&lt;object type=&quot;3&quot; unique_id=&quot;24052&quot;&gt;&lt;property id=&quot;20148&quot; value=&quot;5&quot;/&gt;&lt;property id=&quot;20300&quot; value=&quot;Slide 132 - &amp;quot;Thuật giải A*&amp;quot;&quot;/&gt;&lt;property id=&quot;20307&quot; value=&quot;701&quot;/&gt;&lt;/object&gt;&lt;object type=&quot;3&quot; unique_id=&quot;24053&quot;&gt;&lt;property id=&quot;20148&quot; value=&quot;5&quot;/&gt;&lt;property id=&quot;20300&quot; value=&quot;Slide 133 - &amp;quot;Thuật giải A*&amp;quot;&quot;/&gt;&lt;property id=&quot;20307&quot; value=&quot;702&quot;/&gt;&lt;/object&gt;&lt;object type=&quot;3&quot; unique_id=&quot;24054&quot;&gt;&lt;property id=&quot;20148&quot; value=&quot;5&quot;/&gt;&lt;property id=&quot;20300&quot; value=&quot;Slide 134 - &amp;quot;Thuật giải A*&amp;quot;&quot;/&gt;&lt;property id=&quot;20307&quot; value=&quot;703&quot;/&gt;&lt;/object&gt;&lt;object type=&quot;3&quot; unique_id=&quot;24055&quot;&gt;&lt;property id=&quot;20148&quot; value=&quot;5&quot;/&gt;&lt;property id=&quot;20300&quot; value=&quot;Slide 135 - &amp;quot;Thuật giải A*&amp;quot;&quot;/&gt;&lt;property id=&quot;20307&quot; value=&quot;704&quot;/&gt;&lt;/object&gt;&lt;object type=&quot;3&quot; unique_id=&quot;24056&quot;&gt;&lt;property id=&quot;20148&quot; value=&quot;5&quot;/&gt;&lt;property id=&quot;20300&quot; value=&quot;Slide 136 - &amp;quot;Thuật giải A*&amp;quot;&quot;/&gt;&lt;property id=&quot;20307&quot; value=&quot;705&quot;/&gt;&lt;/object&gt;&lt;object type=&quot;3&quot; unique_id=&quot;24057&quot;&gt;&lt;property id=&quot;20148&quot; value=&quot;5&quot;/&gt;&lt;property id=&quot;20300&quot; value=&quot;Slide 168 - &amp;quot;Thuật giải MIN – MAX (tt)&amp;quot;&quot;/&gt;&lt;property id=&quot;20307&quot; value=&quot;70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Tahoma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2" id="{8C91E6F7-90FE-4622-87F1-622816E988EE}" vid="{25A8BA53-5E82-4308-94AD-CE978D505B2B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16202</TotalTime>
  <Words>8326</Words>
  <Application>Microsoft Macintosh PowerPoint</Application>
  <PresentationFormat>Widescreen</PresentationFormat>
  <Paragraphs>2552</Paragraphs>
  <Slides>85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101" baseType="lpstr">
      <vt:lpstr>MS PGothic</vt:lpstr>
      <vt:lpstr>Aptos</vt:lpstr>
      <vt:lpstr>Aptos Display</vt:lpstr>
      <vt:lpstr>Arial</vt:lpstr>
      <vt:lpstr>Calibri</vt:lpstr>
      <vt:lpstr>Century Schoolbook</vt:lpstr>
      <vt:lpstr>Garamond</vt:lpstr>
      <vt:lpstr>Segoe UI</vt:lpstr>
      <vt:lpstr>Symbol</vt:lpstr>
      <vt:lpstr>Tahoma</vt:lpstr>
      <vt:lpstr>Times New Roman</vt:lpstr>
      <vt:lpstr>TimesNewRomanPS-BoldMT</vt:lpstr>
      <vt:lpstr>Wingdings</vt:lpstr>
      <vt:lpstr>Custom Design</vt:lpstr>
      <vt:lpstr>Theme2</vt:lpstr>
      <vt:lpstr>Equation</vt:lpstr>
      <vt:lpstr>PowerPoint Presentation</vt:lpstr>
      <vt:lpstr>NỘI DUNG</vt:lpstr>
      <vt:lpstr>CÁC THUẬT GIẢI  TÌM KIẾM TRÊN ĐỒ THỊ</vt:lpstr>
      <vt:lpstr>Nội dung</vt:lpstr>
      <vt:lpstr>I. Bài toán tìm kiếm</vt:lpstr>
      <vt:lpstr>I. Bài toán tìm kiếm</vt:lpstr>
      <vt:lpstr>PowerPoint Presentation</vt:lpstr>
      <vt:lpstr>I. Bài toán tìm kiếm</vt:lpstr>
      <vt:lpstr>I. Bài toán tìm kiếm</vt:lpstr>
      <vt:lpstr>II. Tìm kiếm theo chiều rộng (BFS – Breadth First Search)</vt:lpstr>
      <vt:lpstr>II. Tìm kiếm theo chiều rộng</vt:lpstr>
      <vt:lpstr>PowerPoint Presentation</vt:lpstr>
      <vt:lpstr>PowerPoint Presentation</vt:lpstr>
      <vt:lpstr>PowerPoint Presentation</vt:lpstr>
      <vt:lpstr>PowerPoint Presentation</vt:lpstr>
      <vt:lpstr>Ta đã xác định được các bước đi tới đích rồi! Nhưng làm sao ghi nhớ đường đi?</vt:lpstr>
      <vt:lpstr>Cách ghi nhớ đường đi!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III. Tìm kiếm theo chiều sâu</vt:lpstr>
      <vt:lpstr>BFS với chi phí thấp nhất</vt:lpstr>
      <vt:lpstr>VD: Chi phí chuyển đổi</vt:lpstr>
      <vt:lpstr>DFS trên thực tế</vt:lpstr>
      <vt:lpstr>Duyệt cây tìm kiếm DFS</vt:lpstr>
      <vt:lpstr>CÁC THUẬT TOÁN TÌM KIẾM LỜI GIẢI  THEO KINH NGHIỆM (HEURISTIC) </vt:lpstr>
      <vt:lpstr>Nội dung</vt:lpstr>
      <vt:lpstr>HÀM HEURISTIC</vt:lpstr>
      <vt:lpstr>CÁC THUẬT TOÁN TÌM KIẾM TỐI ƯU</vt:lpstr>
      <vt:lpstr>AT (Algorithm for Tree Search)</vt:lpstr>
      <vt:lpstr>Ví dụ</vt:lpstr>
      <vt:lpstr>Ví dụ</vt:lpstr>
      <vt:lpstr>Ví dụ</vt:lpstr>
      <vt:lpstr>Ví dụ</vt:lpstr>
      <vt:lpstr>Bài tập</vt:lpstr>
      <vt:lpstr>Thuật giải AKT</vt:lpstr>
      <vt:lpstr>Ví dụ minh họa</vt:lpstr>
      <vt:lpstr>Tháp Hà Nội</vt:lpstr>
      <vt:lpstr>Với N =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toán taci</vt:lpstr>
      <vt:lpstr>Bài toán taci</vt:lpstr>
      <vt:lpstr>Sử dụng H1</vt:lpstr>
      <vt:lpstr>Sử dụng H1</vt:lpstr>
      <vt:lpstr>Sử dụng H1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toán đong sữa</vt:lpstr>
      <vt:lpstr>Bài toán đong sữa</vt:lpstr>
      <vt:lpstr>Bài toán đong sữa</vt:lpstr>
      <vt:lpstr>Bài tập</vt:lpstr>
      <vt:lpstr>Bài tập</vt:lpstr>
      <vt:lpstr>Thuật giải A*</vt:lpstr>
      <vt:lpstr>Thuật giải A*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</vt:lpstr>
      <vt:lpstr>Bài toán người bán hàng  (Travelling salesman problem-TSP)</vt:lpstr>
      <vt:lpstr>Thuật giải GTS1</vt:lpstr>
      <vt:lpstr>Ví dụ</vt:lpstr>
      <vt:lpstr>Ví dụ</vt:lpstr>
      <vt:lpstr>PowerPoint Presentation</vt:lpstr>
      <vt:lpstr>PowerPoint Presentation</vt:lpstr>
      <vt:lpstr>PowerPoint Presentation</vt:lpstr>
      <vt:lpstr>Ví dụ</vt:lpstr>
      <vt:lpstr>Ví dụ: p=3</vt:lpstr>
      <vt:lpstr>Phân công công việc</vt:lpstr>
      <vt:lpstr>Giải quyết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Bay</dc:creator>
  <cp:lastModifiedBy>Cung Tuong Le</cp:lastModifiedBy>
  <cp:revision>864</cp:revision>
  <cp:lastPrinted>2020-12-26T03:48:31Z</cp:lastPrinted>
  <dcterms:created xsi:type="dcterms:W3CDTF">2010-08-06T07:03:24Z</dcterms:created>
  <dcterms:modified xsi:type="dcterms:W3CDTF">2024-09-26T23:44:23Z</dcterms:modified>
</cp:coreProperties>
</file>